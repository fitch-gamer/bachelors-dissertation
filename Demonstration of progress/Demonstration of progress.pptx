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6" r:id="rId4"/>
    <p:sldId id="268" r:id="rId5"/>
    <p:sldId id="269" r:id="rId6"/>
    <p:sldId id="270" r:id="rId7"/>
    <p:sldId id="257" r:id="rId8"/>
    <p:sldId id="259" r:id="rId9"/>
    <p:sldId id="271" r:id="rId10"/>
    <p:sldId id="272" r:id="rId11"/>
    <p:sldId id="263" r:id="rId12"/>
    <p:sldId id="273" r:id="rId13"/>
    <p:sldId id="260" r:id="rId14"/>
    <p:sldId id="261" r:id="rId15"/>
    <p:sldId id="274" r:id="rId16"/>
    <p:sldId id="262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CF4C-66DA-B122-1F78-26673C374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3F282-3DE4-3A6B-7D1B-DF8702BFB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931F4-723A-06CC-AA3C-F1CED9F15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6AC2D-679D-2548-1245-F01629AFD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EB1F8-E13E-EE9C-9ED3-513165D0E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9008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23AAB-A266-9D2A-5646-4E92BED33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2F671-26FF-7D10-244B-264BF683C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F8FFA-C2E1-23BA-43BE-21C4F9FC4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B76DC-ABB5-290C-65D9-6A10E9C31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33E65-846E-A15F-9901-D5E12EF7C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53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58FA4-6FC9-CDC3-1A3C-64951271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96F9F-6C0F-CDBD-8712-E4AC71A38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8DD31-93B4-237B-CB42-E2638D969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946B1-72D1-5587-C32B-CB68FC52F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D9B68-50CC-0768-3DCD-F24A46AC5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552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C692B-F373-1D38-7829-E6B813FE0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BC515-B464-6800-2F5F-45A43FABC1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11E9C-60A9-9E9F-5F57-E8DE53C52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3136D-535A-6110-8FE4-5A2783204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40A96-3652-9DE5-D535-D859A8D98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B758B-5FA2-7736-5253-F82184C2B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001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57E8C-50A0-A58D-53CF-2A0303E36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F136A-D03E-15F5-1490-A938213E6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28816-74B7-F1A6-74E0-B73AD0D17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D33965-E390-CAD0-F91A-31432709A1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BEC906-2B83-508E-AB9F-7D32E4FDF1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58CE9C-933D-FB35-B144-D4EDF62D3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6D77EE-3322-836C-E83F-3E76CFF8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72C67B-912D-6AEC-32CF-86A305FD7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389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EE3B-A050-4B60-AC7B-DB544F5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3953A-DDCA-43A1-CB19-4DA2B404C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90F6D1-7F8F-F356-07B2-655CBF2D2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7BC3AC-1EBA-B9A4-C7D4-364146DB4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4118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2CDC98-EAAE-8376-6269-671471401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2E4F0E-2883-B196-8D0C-AD2E4DB57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50BDA-7E17-FCE3-C216-31DAD1F3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55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3F974-EC27-4C2E-747F-31BD7D195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FEF24-69BC-53C9-0D17-043ED1D30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60F26-A5DE-9B82-928F-C1EBFF0C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1736F-95DD-13B5-18F8-96011D741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C1B21-7456-664D-0EFE-FD6650F40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930DB-071C-55B9-10B9-35D18391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7889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08AC4-D590-B7E3-E3A7-18668A8E7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0FEF58-0AFC-1ABE-0D25-70BDFCF62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63B2B-9443-FC0F-2A1F-B3C3C5270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2D36D-5947-5C28-FAAE-21C2718D4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77DE4-3F0A-9374-8CC3-F5127E9A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B4FF2-7B24-1DE4-3EA9-DC1F10C6C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25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C501-3935-47DC-93BB-59F655609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EF87B-C94E-563E-5EC1-618AF8630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469A7-21A3-DB1A-3D57-061C5F801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1FD8A-1CA0-5A9C-4087-24CB111F8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89B22-0895-BC62-A275-A012C7846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7111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D0C52E-6AB7-0AF5-3EB9-C2B15F2BAD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C344B8-75B8-7D9A-AC49-BB8E15CDA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2387E-B80B-7391-0035-3918DF83C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BEB-722F-4692-B85C-F4E7F9767597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6790A-D2BD-64A0-8E08-2C51C9213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24ADE-5F3C-B4D5-47D4-BE048369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960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F14660-6D08-FB2B-1841-F6E6E205C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14C53-3223-04CF-2FD1-82A9E814D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A0F62-EB5D-C48C-3E11-DFDBA39709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EFFBEB-722F-4692-B85C-F4E7F9767597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85D18-D1AB-33A8-D244-13638B02C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AA2BE-9737-C222-3CAD-C2E9C68AF2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4F3B58-AE79-42D6-BB12-08D6557B45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81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97F14-9189-350A-B1A9-C2B49DA5E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Demonstration of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BC928-0D05-9E4A-C164-0ED134F85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By Finley Hitchings</a:t>
            </a:r>
          </a:p>
          <a:p>
            <a:r>
              <a:rPr lang="en-GB" dirty="0"/>
              <a:t>Computer science</a:t>
            </a:r>
          </a:p>
          <a:p>
            <a:r>
              <a:rPr lang="en-GB" dirty="0"/>
              <a:t>Year 3</a:t>
            </a:r>
          </a:p>
          <a:p>
            <a:r>
              <a:rPr lang="en-GB" dirty="0"/>
              <a:t>University of Bath</a:t>
            </a:r>
          </a:p>
        </p:txBody>
      </p:sp>
    </p:spTree>
    <p:extLst>
      <p:ext uri="{BB962C8B-B14F-4D97-AF65-F5344CB8AC3E}">
        <p14:creationId xmlns:p14="http://schemas.microsoft.com/office/powerpoint/2010/main" val="2684836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EB730-59DF-8695-499A-E7576E8FA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8CA82-0950-BBCF-47B5-33DA3BAC6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Analyse the practical security risks as a result of web enabled LLM’s</a:t>
            </a:r>
          </a:p>
          <a:p>
            <a:r>
              <a:rPr lang="en-GB" dirty="0"/>
              <a:t>Prove the security threats are possible and pose a real world threat to LLM’s</a:t>
            </a:r>
          </a:p>
          <a:p>
            <a:r>
              <a:rPr lang="en-GB" dirty="0"/>
              <a:t>Develop a tool to allow a penetration tester to quickly and easily assess the threat of indirect prompt injection of a web enabled LLM</a:t>
            </a:r>
          </a:p>
        </p:txBody>
      </p:sp>
    </p:spTree>
    <p:extLst>
      <p:ext uri="{BB962C8B-B14F-4D97-AF65-F5344CB8AC3E}">
        <p14:creationId xmlns:p14="http://schemas.microsoft.com/office/powerpoint/2010/main" val="318063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D214-0587-FC37-654D-585959ADB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What is indirect prompt injection</a:t>
            </a:r>
          </a:p>
        </p:txBody>
      </p:sp>
    </p:spTree>
    <p:extLst>
      <p:ext uri="{BB962C8B-B14F-4D97-AF65-F5344CB8AC3E}">
        <p14:creationId xmlns:p14="http://schemas.microsoft.com/office/powerpoint/2010/main" val="1472494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64351-886C-BDBB-1BA5-76796C7F2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B2AFD-AAA1-4992-FE7D-64BAF929E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Firstly, what is prompt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6DD4B-586B-D7FA-56CE-D1CF38A75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Prompt injection is a technique whereby carefully selecting and wording a prompt can cause a LLM to behave unexpectedly, bypass built in security measures and output something it shouldn’t which an attacker may want.</a:t>
            </a:r>
          </a:p>
          <a:p>
            <a:r>
              <a:rPr lang="en-GB" dirty="0"/>
              <a:t>Examples can include usage of 🅴 🅼 🅾 🅹 🅸 🆂 in place of regular text, appealing to any kindness such as making the request appear like its necessary to save a dying grandma or encoding such as base64 or </a:t>
            </a:r>
            <a:r>
              <a:rPr lang="en-GB"/>
              <a:t>replacing text with 🅴 🅼 🅾 🅹 🅸 🆂 </a:t>
            </a:r>
            <a:r>
              <a:rPr lang="en-GB" dirty="0"/>
              <a:t>as well as many other methods.</a:t>
            </a:r>
          </a:p>
        </p:txBody>
      </p:sp>
    </p:spTree>
    <p:extLst>
      <p:ext uri="{BB962C8B-B14F-4D97-AF65-F5344CB8AC3E}">
        <p14:creationId xmlns:p14="http://schemas.microsoft.com/office/powerpoint/2010/main" val="1187084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FA60A-FD4E-D760-CCEA-69864F262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CB03C-C2B1-DCC4-8B95-7748929A0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indirect prompt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106C1-FDBF-2293-19DA-29FCB63E0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Indirect prompt injection builds upon prompt injection as another method to bypass security restrictions placed upon a LLM by hiding the prompt within a non-text piece of data such as an image, voice or website.</a:t>
            </a:r>
          </a:p>
          <a:p>
            <a:r>
              <a:rPr lang="en-GB" dirty="0"/>
              <a:t>The advantage of this to the attacker is many security restrictions are designed to handle text  but are weaker at handling other forms of input, input initially treated as context/information or input retrieved from other locations i.e. web apps.</a:t>
            </a:r>
          </a:p>
        </p:txBody>
      </p:sp>
    </p:spTree>
    <p:extLst>
      <p:ext uri="{BB962C8B-B14F-4D97-AF65-F5344CB8AC3E}">
        <p14:creationId xmlns:p14="http://schemas.microsoft.com/office/powerpoint/2010/main" val="99107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F251D-384D-5822-E6DC-29F820824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201E1-28E1-A122-20E7-F0E59617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Why is this research necessary</a:t>
            </a:r>
          </a:p>
        </p:txBody>
      </p:sp>
    </p:spTree>
    <p:extLst>
      <p:ext uri="{BB962C8B-B14F-4D97-AF65-F5344CB8AC3E}">
        <p14:creationId xmlns:p14="http://schemas.microsoft.com/office/powerpoint/2010/main" val="1177048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31318-D48B-52C4-1C19-5FD9C1E2F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is this research necessary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0907C-3413-8CD9-AE94-0CB780344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With the ever developing space of AI and specifically LLM’s, there is a constant threat of attack chains originating through LLM’s.</a:t>
            </a:r>
          </a:p>
          <a:p>
            <a:r>
              <a:rPr lang="en-GB" dirty="0"/>
              <a:t>Resulting from the high speed development of these LLM’s there are constantly new features being developed, often with little security concern.</a:t>
            </a:r>
          </a:p>
          <a:p>
            <a:r>
              <a:rPr lang="en-GB" dirty="0"/>
              <a:t>A staggeringly low amount of research (~10 papers) into web app indirect prompt injection, especially web based attacks results in low awareness and practical security in this area.</a:t>
            </a:r>
          </a:p>
        </p:txBody>
      </p:sp>
    </p:spTree>
    <p:extLst>
      <p:ext uri="{BB962C8B-B14F-4D97-AF65-F5344CB8AC3E}">
        <p14:creationId xmlns:p14="http://schemas.microsoft.com/office/powerpoint/2010/main" val="801307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3B3C1-D494-EC79-0634-0BBB59FB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5770-9174-C098-523C-BF9CBFA08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Research into this topic yielded very limited academic work into this area with many of the more recent pieces of work being based off of </a:t>
            </a:r>
            <a:r>
              <a:rPr lang="en-GB" dirty="0" err="1"/>
              <a:t>Greshake</a:t>
            </a:r>
            <a:r>
              <a:rPr lang="en-GB" dirty="0"/>
              <a:t> et al</a:t>
            </a:r>
          </a:p>
          <a:p>
            <a:r>
              <a:rPr lang="en-GB" dirty="0"/>
              <a:t>The theory of these techniques was strongly established in </a:t>
            </a:r>
            <a:r>
              <a:rPr lang="en-GB" dirty="0" err="1"/>
              <a:t>Greshake</a:t>
            </a:r>
            <a:r>
              <a:rPr lang="en-GB" dirty="0"/>
              <a:t> et al with some additionally being added in other papers along with some practical proof of concepts albeit quite limited</a:t>
            </a:r>
          </a:p>
        </p:txBody>
      </p:sp>
    </p:spTree>
    <p:extLst>
      <p:ext uri="{BB962C8B-B14F-4D97-AF65-F5344CB8AC3E}">
        <p14:creationId xmlns:p14="http://schemas.microsoft.com/office/powerpoint/2010/main" val="2095074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24035-F8C5-8A3B-03ED-C0254962F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7D2CE-205E-67E3-6661-AC04249C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188856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DD343-FE60-33D1-E07C-D91CD2BA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2C19A-AD23-CAD6-E8F1-881E85935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F7788-ADA8-8C4F-7B47-3E961554C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Indirect prompt injection can take many forms ranging from attacks targeting data used to write code to malicious prompts in order to gain personal data</a:t>
            </a:r>
          </a:p>
          <a:p>
            <a:r>
              <a:rPr lang="en-GB" dirty="0"/>
              <a:t>Through my project I will be exploring a number of these methods with a focus on web apps and develop methods to test LLM vulnerabilities of them</a:t>
            </a:r>
          </a:p>
        </p:txBody>
      </p:sp>
    </p:spTree>
    <p:extLst>
      <p:ext uri="{BB962C8B-B14F-4D97-AF65-F5344CB8AC3E}">
        <p14:creationId xmlns:p14="http://schemas.microsoft.com/office/powerpoint/2010/main" val="2940245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619EC2A-F00A-EB44-6453-28AEF4903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906" y="3152352"/>
            <a:ext cx="4115374" cy="31151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E08E3B-D0F6-9F77-3B07-19FCC8172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Web app focus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986E4-5F6F-FEEE-293E-366E83871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focus of my research will be surrounding web apps.</a:t>
            </a:r>
          </a:p>
          <a:p>
            <a:r>
              <a:rPr lang="en-GB" dirty="0"/>
              <a:t>Exploitation methods through web apps were largely shown in </a:t>
            </a:r>
            <a:r>
              <a:rPr lang="en-GB" dirty="0" err="1"/>
              <a:t>Greshake</a:t>
            </a:r>
            <a:r>
              <a:rPr lang="en-GB" dirty="0"/>
              <a:t> et al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B5C90A-15F3-EFD9-678C-602178D56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35" y="3272976"/>
            <a:ext cx="4096322" cy="3219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CCCFBD-9E7A-438D-B685-C4C0CB8DB9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95" r="7320"/>
          <a:stretch>
            <a:fillRect/>
          </a:stretch>
        </p:blipFill>
        <p:spPr>
          <a:xfrm>
            <a:off x="4183190" y="3363475"/>
            <a:ext cx="4017835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942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B3EB9-8AE8-E436-0A72-7B05E7BBC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D3FB-B767-3A7B-0157-EFD6BD8C1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Current progress</a:t>
            </a:r>
          </a:p>
        </p:txBody>
      </p:sp>
    </p:spTree>
    <p:extLst>
      <p:ext uri="{BB962C8B-B14F-4D97-AF65-F5344CB8AC3E}">
        <p14:creationId xmlns:p14="http://schemas.microsoft.com/office/powerpoint/2010/main" val="4095455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6C609-F5E3-CD30-509F-600C85251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Current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8F170-AD61-132D-2436-F83052D7B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Currently my aim is to make a basic proof of concept of the idea.</a:t>
            </a:r>
          </a:p>
          <a:p>
            <a:r>
              <a:rPr lang="en-GB" dirty="0"/>
              <a:t>The proof of concept combines the idea of both </a:t>
            </a:r>
          </a:p>
        </p:txBody>
      </p:sp>
    </p:spTree>
    <p:extLst>
      <p:ext uri="{BB962C8B-B14F-4D97-AF65-F5344CB8AC3E}">
        <p14:creationId xmlns:p14="http://schemas.microsoft.com/office/powerpoint/2010/main" val="2044363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A027-35E6-60E0-B6F4-488536058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13E4E-51CC-1C06-A252-C18C5D4D5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Going forward with this project, I will be looking into various methods of bypassing securities or making the attack more realistic. These include:</a:t>
            </a:r>
          </a:p>
          <a:p>
            <a:r>
              <a:rPr lang="en-GB" sz="2000" dirty="0"/>
              <a:t>Using </a:t>
            </a:r>
            <a:r>
              <a:rPr lang="en-GB" sz="2000" dirty="0" err="1"/>
              <a:t>User_Client</a:t>
            </a:r>
            <a:r>
              <a:rPr lang="en-GB" sz="2000" dirty="0"/>
              <a:t> data to vary webpages dependant on who/what is viewing them</a:t>
            </a:r>
          </a:p>
          <a:p>
            <a:r>
              <a:rPr lang="en-GB" sz="2000" dirty="0"/>
              <a:t>Exploring various attack vectors such as user data retrieval or code infiltration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91252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88A0F-8132-7AFB-38BC-6135762D6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7F98D-1680-9126-9468-830E3F811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Reflections</a:t>
            </a:r>
          </a:p>
        </p:txBody>
      </p:sp>
    </p:spTree>
    <p:extLst>
      <p:ext uri="{BB962C8B-B14F-4D97-AF65-F5344CB8AC3E}">
        <p14:creationId xmlns:p14="http://schemas.microsoft.com/office/powerpoint/2010/main" val="1269268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FFFAE-A319-CEAA-2F68-B476B0F4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Concluding reflections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09802-D1A0-8BAB-07C7-BFD095F3D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408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5DA4-0956-62B3-1522-842C06D71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5AEF6-EB74-E5E6-4C8E-3B7A1B7B8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6894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1739</TotalTime>
  <Words>574</Words>
  <Application>Microsoft Office PowerPoint</Application>
  <PresentationFormat>Widescreen</PresentationFormat>
  <Paragraphs>42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Demonstration of progress</vt:lpstr>
      <vt:lpstr>The project</vt:lpstr>
      <vt:lpstr>What is indirect prompt injection</vt:lpstr>
      <vt:lpstr>Firstly, what is prompt injection</vt:lpstr>
      <vt:lpstr>What is indirect prompt injection</vt:lpstr>
      <vt:lpstr>Why is this research necessary</vt:lpstr>
      <vt:lpstr>Why is this research necessary</vt:lpstr>
      <vt:lpstr>Background work</vt:lpstr>
      <vt:lpstr>Methodology</vt:lpstr>
      <vt:lpstr>Methodology</vt:lpstr>
      <vt:lpstr>Web app focus </vt:lpstr>
      <vt:lpstr>Current progress</vt:lpstr>
      <vt:lpstr>Current progress</vt:lpstr>
      <vt:lpstr>Future work</vt:lpstr>
      <vt:lpstr>Reflections</vt:lpstr>
      <vt:lpstr>Concluding reflections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Finley Hitchings</dc:creator>
  <cp:lastModifiedBy>Finley Hitchings</cp:lastModifiedBy>
  <cp:revision>6</cp:revision>
  <dcterms:created xsi:type="dcterms:W3CDTF">2026-02-06T16:02:38Z</dcterms:created>
  <dcterms:modified xsi:type="dcterms:W3CDTF">2026-02-09T22:24:54Z</dcterms:modified>
</cp:coreProperties>
</file>