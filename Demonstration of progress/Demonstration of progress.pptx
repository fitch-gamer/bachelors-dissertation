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66" r:id="rId4"/>
    <p:sldId id="268" r:id="rId5"/>
    <p:sldId id="269" r:id="rId6"/>
    <p:sldId id="270" r:id="rId7"/>
    <p:sldId id="257" r:id="rId8"/>
    <p:sldId id="259" r:id="rId9"/>
    <p:sldId id="271" r:id="rId10"/>
    <p:sldId id="272" r:id="rId11"/>
    <p:sldId id="276" r:id="rId12"/>
    <p:sldId id="263" r:id="rId13"/>
    <p:sldId id="273" r:id="rId14"/>
    <p:sldId id="260" r:id="rId15"/>
    <p:sldId id="275" r:id="rId16"/>
    <p:sldId id="274" r:id="rId17"/>
    <p:sldId id="262" r:id="rId18"/>
    <p:sldId id="261" r:id="rId19"/>
    <p:sldId id="26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3011B9-BABD-4879-B33C-0829DB0030A7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0CB3D14-81F9-4C2A-9EFA-AE0547F401E9}">
      <dgm:prSet/>
      <dgm:spPr/>
      <dgm:t>
        <a:bodyPr/>
        <a:lstStyle/>
        <a:p>
          <a:r>
            <a:rPr lang="en-GB"/>
            <a:t>Analyse the practical security risks as a result of web enabled LLM’s</a:t>
          </a:r>
          <a:endParaRPr lang="en-US"/>
        </a:p>
      </dgm:t>
    </dgm:pt>
    <dgm:pt modelId="{85E99E2D-F3C7-4889-9F30-321E8286D3EB}" type="parTrans" cxnId="{DF2A30E1-6CD8-4357-8800-A1C67BF7F687}">
      <dgm:prSet/>
      <dgm:spPr/>
      <dgm:t>
        <a:bodyPr/>
        <a:lstStyle/>
        <a:p>
          <a:endParaRPr lang="en-US"/>
        </a:p>
      </dgm:t>
    </dgm:pt>
    <dgm:pt modelId="{51A6FE07-6F47-46DE-B936-C118F3298346}" type="sibTrans" cxnId="{DF2A30E1-6CD8-4357-8800-A1C67BF7F687}">
      <dgm:prSet/>
      <dgm:spPr/>
      <dgm:t>
        <a:bodyPr/>
        <a:lstStyle/>
        <a:p>
          <a:endParaRPr lang="en-US"/>
        </a:p>
      </dgm:t>
    </dgm:pt>
    <dgm:pt modelId="{6D1FC112-02BF-44B9-A869-07B690C5C67C}">
      <dgm:prSet/>
      <dgm:spPr/>
      <dgm:t>
        <a:bodyPr/>
        <a:lstStyle/>
        <a:p>
          <a:r>
            <a:rPr lang="en-GB"/>
            <a:t>Prove the security threats are possible and pose a real world threat to LLM’s</a:t>
          </a:r>
          <a:endParaRPr lang="en-US"/>
        </a:p>
      </dgm:t>
    </dgm:pt>
    <dgm:pt modelId="{C919FFC7-EB6D-43E3-A3E3-2B71B0571EEC}" type="parTrans" cxnId="{FFCAEADB-5363-47D4-995B-54E597E35DD2}">
      <dgm:prSet/>
      <dgm:spPr/>
      <dgm:t>
        <a:bodyPr/>
        <a:lstStyle/>
        <a:p>
          <a:endParaRPr lang="en-US"/>
        </a:p>
      </dgm:t>
    </dgm:pt>
    <dgm:pt modelId="{58B9A0E8-8C4B-45D6-96C5-59778E4469CD}" type="sibTrans" cxnId="{FFCAEADB-5363-47D4-995B-54E597E35DD2}">
      <dgm:prSet/>
      <dgm:spPr/>
      <dgm:t>
        <a:bodyPr/>
        <a:lstStyle/>
        <a:p>
          <a:endParaRPr lang="en-US"/>
        </a:p>
      </dgm:t>
    </dgm:pt>
    <dgm:pt modelId="{7EB5DDE4-3265-46F5-BF88-6C60C24CE68C}">
      <dgm:prSet/>
      <dgm:spPr/>
      <dgm:t>
        <a:bodyPr/>
        <a:lstStyle/>
        <a:p>
          <a:r>
            <a:rPr lang="en-GB"/>
            <a:t>Develop a tool to allow a penetration tester to quickly and easily assess the threat of indirect prompt injection of a web enabled LLM</a:t>
          </a:r>
          <a:endParaRPr lang="en-US"/>
        </a:p>
      </dgm:t>
    </dgm:pt>
    <dgm:pt modelId="{48C46280-C579-4F9E-9D56-7CB45BF28890}" type="parTrans" cxnId="{0AE3FF14-B2B6-4142-BFD2-876CDE15F78C}">
      <dgm:prSet/>
      <dgm:spPr/>
      <dgm:t>
        <a:bodyPr/>
        <a:lstStyle/>
        <a:p>
          <a:endParaRPr lang="en-US"/>
        </a:p>
      </dgm:t>
    </dgm:pt>
    <dgm:pt modelId="{42580D26-C3DC-4C01-8143-0C24A849801C}" type="sibTrans" cxnId="{0AE3FF14-B2B6-4142-BFD2-876CDE15F78C}">
      <dgm:prSet/>
      <dgm:spPr/>
      <dgm:t>
        <a:bodyPr/>
        <a:lstStyle/>
        <a:p>
          <a:endParaRPr lang="en-US"/>
        </a:p>
      </dgm:t>
    </dgm:pt>
    <dgm:pt modelId="{FE995DAE-ACFE-4D40-AA31-E46E8088DD6B}" type="pres">
      <dgm:prSet presAssocID="{613011B9-BABD-4879-B33C-0829DB0030A7}" presName="Name0" presStyleCnt="0">
        <dgm:presLayoutVars>
          <dgm:dir/>
          <dgm:resizeHandles val="exact"/>
        </dgm:presLayoutVars>
      </dgm:prSet>
      <dgm:spPr/>
    </dgm:pt>
    <dgm:pt modelId="{A82262F2-A321-4CBF-9B13-7D1A0DDCF1FE}" type="pres">
      <dgm:prSet presAssocID="{80CB3D14-81F9-4C2A-9EFA-AE0547F401E9}" presName="node" presStyleLbl="node1" presStyleIdx="0" presStyleCnt="3">
        <dgm:presLayoutVars>
          <dgm:bulletEnabled val="1"/>
        </dgm:presLayoutVars>
      </dgm:prSet>
      <dgm:spPr/>
    </dgm:pt>
    <dgm:pt modelId="{9FAED3CA-3AB2-4CAA-A1EE-AB42B9E5C82C}" type="pres">
      <dgm:prSet presAssocID="{51A6FE07-6F47-46DE-B936-C118F3298346}" presName="sibTrans" presStyleLbl="sibTrans1D1" presStyleIdx="0" presStyleCnt="2"/>
      <dgm:spPr/>
    </dgm:pt>
    <dgm:pt modelId="{8CB64019-8353-4976-B5D1-87D74F4453CC}" type="pres">
      <dgm:prSet presAssocID="{51A6FE07-6F47-46DE-B936-C118F3298346}" presName="connectorText" presStyleLbl="sibTrans1D1" presStyleIdx="0" presStyleCnt="2"/>
      <dgm:spPr/>
    </dgm:pt>
    <dgm:pt modelId="{75B443DF-4A09-436D-90FB-9CADA7BE5916}" type="pres">
      <dgm:prSet presAssocID="{6D1FC112-02BF-44B9-A869-07B690C5C67C}" presName="node" presStyleLbl="node1" presStyleIdx="1" presStyleCnt="3">
        <dgm:presLayoutVars>
          <dgm:bulletEnabled val="1"/>
        </dgm:presLayoutVars>
      </dgm:prSet>
      <dgm:spPr/>
    </dgm:pt>
    <dgm:pt modelId="{4A9FD192-F2F3-4089-84C5-744E87A63313}" type="pres">
      <dgm:prSet presAssocID="{58B9A0E8-8C4B-45D6-96C5-59778E4469CD}" presName="sibTrans" presStyleLbl="sibTrans1D1" presStyleIdx="1" presStyleCnt="2"/>
      <dgm:spPr/>
    </dgm:pt>
    <dgm:pt modelId="{BB761D73-9B7A-415C-9217-D455F9B198CE}" type="pres">
      <dgm:prSet presAssocID="{58B9A0E8-8C4B-45D6-96C5-59778E4469CD}" presName="connectorText" presStyleLbl="sibTrans1D1" presStyleIdx="1" presStyleCnt="2"/>
      <dgm:spPr/>
    </dgm:pt>
    <dgm:pt modelId="{67DCEE86-F2FA-4B76-B8A2-3EBE28A21AE8}" type="pres">
      <dgm:prSet presAssocID="{7EB5DDE4-3265-46F5-BF88-6C60C24CE68C}" presName="node" presStyleLbl="node1" presStyleIdx="2" presStyleCnt="3">
        <dgm:presLayoutVars>
          <dgm:bulletEnabled val="1"/>
        </dgm:presLayoutVars>
      </dgm:prSet>
      <dgm:spPr/>
    </dgm:pt>
  </dgm:ptLst>
  <dgm:cxnLst>
    <dgm:cxn modelId="{0AE3FF14-B2B6-4142-BFD2-876CDE15F78C}" srcId="{613011B9-BABD-4879-B33C-0829DB0030A7}" destId="{7EB5DDE4-3265-46F5-BF88-6C60C24CE68C}" srcOrd="2" destOrd="0" parTransId="{48C46280-C579-4F9E-9D56-7CB45BF28890}" sibTransId="{42580D26-C3DC-4C01-8143-0C24A849801C}"/>
    <dgm:cxn modelId="{EB0F5D1C-45C1-4E19-95F8-5B6784584D1A}" type="presOf" srcId="{58B9A0E8-8C4B-45D6-96C5-59778E4469CD}" destId="{BB761D73-9B7A-415C-9217-D455F9B198CE}" srcOrd="1" destOrd="0" presId="urn:microsoft.com/office/officeart/2016/7/layout/RepeatingBendingProcessNew"/>
    <dgm:cxn modelId="{5BF19C24-50AD-4383-BBD9-6AA8DED0D089}" type="presOf" srcId="{80CB3D14-81F9-4C2A-9EFA-AE0547F401E9}" destId="{A82262F2-A321-4CBF-9B13-7D1A0DDCF1FE}" srcOrd="0" destOrd="0" presId="urn:microsoft.com/office/officeart/2016/7/layout/RepeatingBendingProcessNew"/>
    <dgm:cxn modelId="{BBD4485F-7168-4D7A-B3DA-B0FE15D64758}" type="presOf" srcId="{613011B9-BABD-4879-B33C-0829DB0030A7}" destId="{FE995DAE-ACFE-4D40-AA31-E46E8088DD6B}" srcOrd="0" destOrd="0" presId="urn:microsoft.com/office/officeart/2016/7/layout/RepeatingBendingProcessNew"/>
    <dgm:cxn modelId="{3296524D-31F9-4447-AF6B-AC343E355E63}" type="presOf" srcId="{6D1FC112-02BF-44B9-A869-07B690C5C67C}" destId="{75B443DF-4A09-436D-90FB-9CADA7BE5916}" srcOrd="0" destOrd="0" presId="urn:microsoft.com/office/officeart/2016/7/layout/RepeatingBendingProcessNew"/>
    <dgm:cxn modelId="{78BFB681-5097-444D-B9DD-F069DA5A49E3}" type="presOf" srcId="{51A6FE07-6F47-46DE-B936-C118F3298346}" destId="{8CB64019-8353-4976-B5D1-87D74F4453CC}" srcOrd="1" destOrd="0" presId="urn:microsoft.com/office/officeart/2016/7/layout/RepeatingBendingProcessNew"/>
    <dgm:cxn modelId="{4B2A69A9-BA44-4C79-A71B-F180280B5D06}" type="presOf" srcId="{58B9A0E8-8C4B-45D6-96C5-59778E4469CD}" destId="{4A9FD192-F2F3-4089-84C5-744E87A63313}" srcOrd="0" destOrd="0" presId="urn:microsoft.com/office/officeart/2016/7/layout/RepeatingBendingProcessNew"/>
    <dgm:cxn modelId="{E03B88AB-BA79-44EC-AF00-6D2F402B9106}" type="presOf" srcId="{51A6FE07-6F47-46DE-B936-C118F3298346}" destId="{9FAED3CA-3AB2-4CAA-A1EE-AB42B9E5C82C}" srcOrd="0" destOrd="0" presId="urn:microsoft.com/office/officeart/2016/7/layout/RepeatingBendingProcessNew"/>
    <dgm:cxn modelId="{FFCAEADB-5363-47D4-995B-54E597E35DD2}" srcId="{613011B9-BABD-4879-B33C-0829DB0030A7}" destId="{6D1FC112-02BF-44B9-A869-07B690C5C67C}" srcOrd="1" destOrd="0" parTransId="{C919FFC7-EB6D-43E3-A3E3-2B71B0571EEC}" sibTransId="{58B9A0E8-8C4B-45D6-96C5-59778E4469CD}"/>
    <dgm:cxn modelId="{DF2A30E1-6CD8-4357-8800-A1C67BF7F687}" srcId="{613011B9-BABD-4879-B33C-0829DB0030A7}" destId="{80CB3D14-81F9-4C2A-9EFA-AE0547F401E9}" srcOrd="0" destOrd="0" parTransId="{85E99E2D-F3C7-4889-9F30-321E8286D3EB}" sibTransId="{51A6FE07-6F47-46DE-B936-C118F3298346}"/>
    <dgm:cxn modelId="{1D36D0F1-DADB-4A65-B86D-1A969C11AF90}" type="presOf" srcId="{7EB5DDE4-3265-46F5-BF88-6C60C24CE68C}" destId="{67DCEE86-F2FA-4B76-B8A2-3EBE28A21AE8}" srcOrd="0" destOrd="0" presId="urn:microsoft.com/office/officeart/2016/7/layout/RepeatingBendingProcessNew"/>
    <dgm:cxn modelId="{5956F509-AB68-4ECC-9271-2C6F60AD2DAA}" type="presParOf" srcId="{FE995DAE-ACFE-4D40-AA31-E46E8088DD6B}" destId="{A82262F2-A321-4CBF-9B13-7D1A0DDCF1FE}" srcOrd="0" destOrd="0" presId="urn:microsoft.com/office/officeart/2016/7/layout/RepeatingBendingProcessNew"/>
    <dgm:cxn modelId="{05BA6DF0-7BAC-4407-AC4F-60DFD62767B3}" type="presParOf" srcId="{FE995DAE-ACFE-4D40-AA31-E46E8088DD6B}" destId="{9FAED3CA-3AB2-4CAA-A1EE-AB42B9E5C82C}" srcOrd="1" destOrd="0" presId="urn:microsoft.com/office/officeart/2016/7/layout/RepeatingBendingProcessNew"/>
    <dgm:cxn modelId="{1C01FF31-4737-426F-9589-4FCEA52AD60D}" type="presParOf" srcId="{9FAED3CA-3AB2-4CAA-A1EE-AB42B9E5C82C}" destId="{8CB64019-8353-4976-B5D1-87D74F4453CC}" srcOrd="0" destOrd="0" presId="urn:microsoft.com/office/officeart/2016/7/layout/RepeatingBendingProcessNew"/>
    <dgm:cxn modelId="{47598DAA-B2F7-4995-A250-1335F4A1A82B}" type="presParOf" srcId="{FE995DAE-ACFE-4D40-AA31-E46E8088DD6B}" destId="{75B443DF-4A09-436D-90FB-9CADA7BE5916}" srcOrd="2" destOrd="0" presId="urn:microsoft.com/office/officeart/2016/7/layout/RepeatingBendingProcessNew"/>
    <dgm:cxn modelId="{9D274946-7545-4B86-9CF1-120AB011809A}" type="presParOf" srcId="{FE995DAE-ACFE-4D40-AA31-E46E8088DD6B}" destId="{4A9FD192-F2F3-4089-84C5-744E87A63313}" srcOrd="3" destOrd="0" presId="urn:microsoft.com/office/officeart/2016/7/layout/RepeatingBendingProcessNew"/>
    <dgm:cxn modelId="{68988DA4-1247-482E-A7EA-4A5A5269F6E9}" type="presParOf" srcId="{4A9FD192-F2F3-4089-84C5-744E87A63313}" destId="{BB761D73-9B7A-415C-9217-D455F9B198CE}" srcOrd="0" destOrd="0" presId="urn:microsoft.com/office/officeart/2016/7/layout/RepeatingBendingProcessNew"/>
    <dgm:cxn modelId="{4772B4E7-98A3-4900-8418-8C2E9D792657}" type="presParOf" srcId="{FE995DAE-ACFE-4D40-AA31-E46E8088DD6B}" destId="{67DCEE86-F2FA-4B76-B8A2-3EBE28A21AE8}" srcOrd="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DFDBE2-3C3B-4486-A102-471885BE31EC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A9AD5BA-DAAE-4A54-AC76-BC1C5F95AD7B}">
      <dgm:prSet/>
      <dgm:spPr/>
      <dgm:t>
        <a:bodyPr/>
        <a:lstStyle/>
        <a:p>
          <a:r>
            <a:rPr lang="en-GB"/>
            <a:t>Prompt injection is a technique whereby carefully selecting and wording a prompt can cause a LLM to behave unexpectedly, bypass built in security measures and output something it shouldn’t which an attacker may want.</a:t>
          </a:r>
          <a:endParaRPr lang="en-US"/>
        </a:p>
      </dgm:t>
    </dgm:pt>
    <dgm:pt modelId="{42586F22-9669-4F3A-A7E5-D4A6D321EDA2}" type="parTrans" cxnId="{97130EBF-23CC-43F2-BAFE-577580B64904}">
      <dgm:prSet/>
      <dgm:spPr/>
      <dgm:t>
        <a:bodyPr/>
        <a:lstStyle/>
        <a:p>
          <a:endParaRPr lang="en-US"/>
        </a:p>
      </dgm:t>
    </dgm:pt>
    <dgm:pt modelId="{820A0104-7A67-4745-A527-C749EE610CC9}" type="sibTrans" cxnId="{97130EBF-23CC-43F2-BAFE-577580B64904}">
      <dgm:prSet/>
      <dgm:spPr/>
      <dgm:t>
        <a:bodyPr/>
        <a:lstStyle/>
        <a:p>
          <a:endParaRPr lang="en-US"/>
        </a:p>
      </dgm:t>
    </dgm:pt>
    <dgm:pt modelId="{E5795A40-2CC4-42F6-A693-65BAD35503CF}">
      <dgm:prSet/>
      <dgm:spPr/>
      <dgm:t>
        <a:bodyPr/>
        <a:lstStyle/>
        <a:p>
          <a:r>
            <a:rPr lang="en-GB"/>
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</a:r>
          <a:endParaRPr lang="en-US"/>
        </a:p>
      </dgm:t>
    </dgm:pt>
    <dgm:pt modelId="{865339F9-5CBC-4047-B0D2-B15404406A6E}" type="parTrans" cxnId="{87A0FA1C-9C4A-44C8-A600-5BC685A2C49A}">
      <dgm:prSet/>
      <dgm:spPr/>
      <dgm:t>
        <a:bodyPr/>
        <a:lstStyle/>
        <a:p>
          <a:endParaRPr lang="en-US"/>
        </a:p>
      </dgm:t>
    </dgm:pt>
    <dgm:pt modelId="{6128FAEA-1AEE-4ED5-8DB2-62497297228E}" type="sibTrans" cxnId="{87A0FA1C-9C4A-44C8-A600-5BC685A2C49A}">
      <dgm:prSet/>
      <dgm:spPr/>
      <dgm:t>
        <a:bodyPr/>
        <a:lstStyle/>
        <a:p>
          <a:endParaRPr lang="en-US"/>
        </a:p>
      </dgm:t>
    </dgm:pt>
    <dgm:pt modelId="{7B61CF7E-CF40-4237-BFAC-0BB387DFCF05}" type="pres">
      <dgm:prSet presAssocID="{DCDFDBE2-3C3B-4486-A102-471885BE31EC}" presName="linear" presStyleCnt="0">
        <dgm:presLayoutVars>
          <dgm:animLvl val="lvl"/>
          <dgm:resizeHandles val="exact"/>
        </dgm:presLayoutVars>
      </dgm:prSet>
      <dgm:spPr/>
    </dgm:pt>
    <dgm:pt modelId="{AF2DEBB6-93B1-45F4-A3BB-2AAB3A2C8E58}" type="pres">
      <dgm:prSet presAssocID="{1A9AD5BA-DAAE-4A54-AC76-BC1C5F95AD7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61BDFF4-ACEC-4F3B-9747-BC36A30B10A5}" type="pres">
      <dgm:prSet presAssocID="{820A0104-7A67-4745-A527-C749EE610CC9}" presName="spacer" presStyleCnt="0"/>
      <dgm:spPr/>
    </dgm:pt>
    <dgm:pt modelId="{9E18EEB9-ECF3-408B-8EA4-96E3B0446017}" type="pres">
      <dgm:prSet presAssocID="{E5795A40-2CC4-42F6-A693-65BAD35503CF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87A0FA1C-9C4A-44C8-A600-5BC685A2C49A}" srcId="{DCDFDBE2-3C3B-4486-A102-471885BE31EC}" destId="{E5795A40-2CC4-42F6-A693-65BAD35503CF}" srcOrd="1" destOrd="0" parTransId="{865339F9-5CBC-4047-B0D2-B15404406A6E}" sibTransId="{6128FAEA-1AEE-4ED5-8DB2-62497297228E}"/>
    <dgm:cxn modelId="{64C06376-5B61-4821-9175-CF7AB0B45A46}" type="presOf" srcId="{E5795A40-2CC4-42F6-A693-65BAD35503CF}" destId="{9E18EEB9-ECF3-408B-8EA4-96E3B0446017}" srcOrd="0" destOrd="0" presId="urn:microsoft.com/office/officeart/2005/8/layout/vList2"/>
    <dgm:cxn modelId="{535C3F9B-7ED4-48C7-81F6-1997C7057566}" type="presOf" srcId="{DCDFDBE2-3C3B-4486-A102-471885BE31EC}" destId="{7B61CF7E-CF40-4237-BFAC-0BB387DFCF05}" srcOrd="0" destOrd="0" presId="urn:microsoft.com/office/officeart/2005/8/layout/vList2"/>
    <dgm:cxn modelId="{27C452BC-B325-4E70-8A73-556F85B3B6BD}" type="presOf" srcId="{1A9AD5BA-DAAE-4A54-AC76-BC1C5F95AD7B}" destId="{AF2DEBB6-93B1-45F4-A3BB-2AAB3A2C8E58}" srcOrd="0" destOrd="0" presId="urn:microsoft.com/office/officeart/2005/8/layout/vList2"/>
    <dgm:cxn modelId="{97130EBF-23CC-43F2-BAFE-577580B64904}" srcId="{DCDFDBE2-3C3B-4486-A102-471885BE31EC}" destId="{1A9AD5BA-DAAE-4A54-AC76-BC1C5F95AD7B}" srcOrd="0" destOrd="0" parTransId="{42586F22-9669-4F3A-A7E5-D4A6D321EDA2}" sibTransId="{820A0104-7A67-4745-A527-C749EE610CC9}"/>
    <dgm:cxn modelId="{53A1B7B3-04D5-45F4-899E-47F5ADE94F15}" type="presParOf" srcId="{7B61CF7E-CF40-4237-BFAC-0BB387DFCF05}" destId="{AF2DEBB6-93B1-45F4-A3BB-2AAB3A2C8E58}" srcOrd="0" destOrd="0" presId="urn:microsoft.com/office/officeart/2005/8/layout/vList2"/>
    <dgm:cxn modelId="{5770FBA8-F674-4522-A882-065E95CC2049}" type="presParOf" srcId="{7B61CF7E-CF40-4237-BFAC-0BB387DFCF05}" destId="{361BDFF4-ACEC-4F3B-9747-BC36A30B10A5}" srcOrd="1" destOrd="0" presId="urn:microsoft.com/office/officeart/2005/8/layout/vList2"/>
    <dgm:cxn modelId="{929274AA-510F-4AE3-9439-5B9C8B713C78}" type="presParOf" srcId="{7B61CF7E-CF40-4237-BFAC-0BB387DFCF05}" destId="{9E18EEB9-ECF3-408B-8EA4-96E3B0446017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545730-79DA-4FDE-8B15-000870509DFC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AE1F6C4-C676-423C-AB8A-4AF301F3094E}">
      <dgm:prSet/>
      <dgm:spPr/>
      <dgm:t>
        <a:bodyPr/>
        <a:lstStyle/>
        <a:p>
          <a:r>
            <a:rPr lang="en-GB"/>
            <a:t>Indirect prompt injection builds upon prompt injection as another method to bypass security restrictions placed upon a LLM by hiding the prompt within a non-text piece of data such as an image, voice or website.</a:t>
          </a:r>
          <a:endParaRPr lang="en-US"/>
        </a:p>
      </dgm:t>
    </dgm:pt>
    <dgm:pt modelId="{B349AB17-0F5C-477A-94E3-E48B2180200B}" type="parTrans" cxnId="{C50CFDD3-05E2-40D3-BD0B-9E97F2F34B7D}">
      <dgm:prSet/>
      <dgm:spPr/>
      <dgm:t>
        <a:bodyPr/>
        <a:lstStyle/>
        <a:p>
          <a:endParaRPr lang="en-US"/>
        </a:p>
      </dgm:t>
    </dgm:pt>
    <dgm:pt modelId="{A32CEB05-10A6-49AE-B87B-9D777C3CA882}" type="sibTrans" cxnId="{C50CFDD3-05E2-40D3-BD0B-9E97F2F34B7D}">
      <dgm:prSet/>
      <dgm:spPr/>
      <dgm:t>
        <a:bodyPr/>
        <a:lstStyle/>
        <a:p>
          <a:endParaRPr lang="en-US"/>
        </a:p>
      </dgm:t>
    </dgm:pt>
    <dgm:pt modelId="{B1A29B9F-4992-41A6-8B85-4F9AF95E91DE}">
      <dgm:prSet/>
      <dgm:spPr/>
      <dgm:t>
        <a:bodyPr/>
        <a:lstStyle/>
        <a:p>
          <a:r>
            <a:rPr lang="en-GB"/>
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</a:r>
          <a:endParaRPr lang="en-US"/>
        </a:p>
      </dgm:t>
    </dgm:pt>
    <dgm:pt modelId="{FDB076F4-C1B4-4EBE-BD4B-ECCA33661BD3}" type="parTrans" cxnId="{B5B2F3C9-2F4E-41FB-A0F5-3E8F6E319447}">
      <dgm:prSet/>
      <dgm:spPr/>
      <dgm:t>
        <a:bodyPr/>
        <a:lstStyle/>
        <a:p>
          <a:endParaRPr lang="en-US"/>
        </a:p>
      </dgm:t>
    </dgm:pt>
    <dgm:pt modelId="{42707A6A-44D1-4639-9B56-E28B772EC7B4}" type="sibTrans" cxnId="{B5B2F3C9-2F4E-41FB-A0F5-3E8F6E319447}">
      <dgm:prSet/>
      <dgm:spPr/>
      <dgm:t>
        <a:bodyPr/>
        <a:lstStyle/>
        <a:p>
          <a:endParaRPr lang="en-US"/>
        </a:p>
      </dgm:t>
    </dgm:pt>
    <dgm:pt modelId="{56FAC97C-A9E6-44BF-83FF-069F1615A1A9}" type="pres">
      <dgm:prSet presAssocID="{05545730-79DA-4FDE-8B15-000870509DFC}" presName="linear" presStyleCnt="0">
        <dgm:presLayoutVars>
          <dgm:animLvl val="lvl"/>
          <dgm:resizeHandles val="exact"/>
        </dgm:presLayoutVars>
      </dgm:prSet>
      <dgm:spPr/>
    </dgm:pt>
    <dgm:pt modelId="{9DE1BB00-D0CF-47AC-8873-983A81477BD3}" type="pres">
      <dgm:prSet presAssocID="{DAE1F6C4-C676-423C-AB8A-4AF301F3094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8017F2C5-971E-4D69-8A64-93253AAF9512}" type="pres">
      <dgm:prSet presAssocID="{A32CEB05-10A6-49AE-B87B-9D777C3CA882}" presName="spacer" presStyleCnt="0"/>
      <dgm:spPr/>
    </dgm:pt>
    <dgm:pt modelId="{CCA806FF-9AE0-4D71-86D4-57580173E3AD}" type="pres">
      <dgm:prSet presAssocID="{B1A29B9F-4992-41A6-8B85-4F9AF95E91DE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94825310-E960-4812-AF4A-D359527BA02E}" type="presOf" srcId="{B1A29B9F-4992-41A6-8B85-4F9AF95E91DE}" destId="{CCA806FF-9AE0-4D71-86D4-57580173E3AD}" srcOrd="0" destOrd="0" presId="urn:microsoft.com/office/officeart/2005/8/layout/vList2"/>
    <dgm:cxn modelId="{B5B2F3C9-2F4E-41FB-A0F5-3E8F6E319447}" srcId="{05545730-79DA-4FDE-8B15-000870509DFC}" destId="{B1A29B9F-4992-41A6-8B85-4F9AF95E91DE}" srcOrd="1" destOrd="0" parTransId="{FDB076F4-C1B4-4EBE-BD4B-ECCA33661BD3}" sibTransId="{42707A6A-44D1-4639-9B56-E28B772EC7B4}"/>
    <dgm:cxn modelId="{C50CFDD3-05E2-40D3-BD0B-9E97F2F34B7D}" srcId="{05545730-79DA-4FDE-8B15-000870509DFC}" destId="{DAE1F6C4-C676-423C-AB8A-4AF301F3094E}" srcOrd="0" destOrd="0" parTransId="{B349AB17-0F5C-477A-94E3-E48B2180200B}" sibTransId="{A32CEB05-10A6-49AE-B87B-9D777C3CA882}"/>
    <dgm:cxn modelId="{489472ED-8FAA-462A-B92A-1C01A7B5C50B}" type="presOf" srcId="{05545730-79DA-4FDE-8B15-000870509DFC}" destId="{56FAC97C-A9E6-44BF-83FF-069F1615A1A9}" srcOrd="0" destOrd="0" presId="urn:microsoft.com/office/officeart/2005/8/layout/vList2"/>
    <dgm:cxn modelId="{FD511CF0-652A-40B2-A253-D43100AAEF2A}" type="presOf" srcId="{DAE1F6C4-C676-423C-AB8A-4AF301F3094E}" destId="{9DE1BB00-D0CF-47AC-8873-983A81477BD3}" srcOrd="0" destOrd="0" presId="urn:microsoft.com/office/officeart/2005/8/layout/vList2"/>
    <dgm:cxn modelId="{9923B43D-8774-4BCB-A244-EF6E4A300A76}" type="presParOf" srcId="{56FAC97C-A9E6-44BF-83FF-069F1615A1A9}" destId="{9DE1BB00-D0CF-47AC-8873-983A81477BD3}" srcOrd="0" destOrd="0" presId="urn:microsoft.com/office/officeart/2005/8/layout/vList2"/>
    <dgm:cxn modelId="{C4A15321-081C-4C12-9C51-3622005B62C0}" type="presParOf" srcId="{56FAC97C-A9E6-44BF-83FF-069F1615A1A9}" destId="{8017F2C5-971E-4D69-8A64-93253AAF9512}" srcOrd="1" destOrd="0" presId="urn:microsoft.com/office/officeart/2005/8/layout/vList2"/>
    <dgm:cxn modelId="{47830A43-1395-4290-A8CF-D33083B90932}" type="presParOf" srcId="{56FAC97C-A9E6-44BF-83FF-069F1615A1A9}" destId="{CCA806FF-9AE0-4D71-86D4-57580173E3AD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D1C286F-612D-4C60-A80D-28333D91FDB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368179C-E9C5-47BC-9367-C7E547BE88E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With the ever developing space of AI and specifically LLM’s, there is a constant threat of attack chains originating through LLM’s.</a:t>
          </a:r>
          <a:endParaRPr lang="en-US" sz="1400" dirty="0"/>
        </a:p>
      </dgm:t>
    </dgm:pt>
    <dgm:pt modelId="{F18DED8A-DC88-43E2-B208-E1402F2F1FD0}" type="parTrans" cxnId="{DF1DA22C-E825-4FB6-8448-A8B2CF3FDC5E}">
      <dgm:prSet/>
      <dgm:spPr/>
      <dgm:t>
        <a:bodyPr/>
        <a:lstStyle/>
        <a:p>
          <a:endParaRPr lang="en-US"/>
        </a:p>
      </dgm:t>
    </dgm:pt>
    <dgm:pt modelId="{510D74BB-8A9A-48B9-BE7A-828F8B5B8549}" type="sibTrans" cxnId="{DF1DA22C-E825-4FB6-8448-A8B2CF3FDC5E}">
      <dgm:prSet/>
      <dgm:spPr/>
      <dgm:t>
        <a:bodyPr/>
        <a:lstStyle/>
        <a:p>
          <a:endParaRPr lang="en-US"/>
        </a:p>
      </dgm:t>
    </dgm:pt>
    <dgm:pt modelId="{F56B8600-CE85-42AB-946A-4E33BD7BBF1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Resulting from the high speed development of these LLM’s there are constantly new features being developed, often with little security concern.</a:t>
          </a:r>
          <a:endParaRPr lang="en-US" sz="1400" dirty="0"/>
        </a:p>
      </dgm:t>
    </dgm:pt>
    <dgm:pt modelId="{F40021BE-F238-4F37-B9AF-B6CD78E6805C}" type="parTrans" cxnId="{1E5837C9-F996-4904-A946-6D2741318D1B}">
      <dgm:prSet/>
      <dgm:spPr/>
      <dgm:t>
        <a:bodyPr/>
        <a:lstStyle/>
        <a:p>
          <a:endParaRPr lang="en-US"/>
        </a:p>
      </dgm:t>
    </dgm:pt>
    <dgm:pt modelId="{609CCC6F-6DCF-478A-B865-51C22CFB1F88}" type="sibTrans" cxnId="{1E5837C9-F996-4904-A946-6D2741318D1B}">
      <dgm:prSet/>
      <dgm:spPr/>
      <dgm:t>
        <a:bodyPr/>
        <a:lstStyle/>
        <a:p>
          <a:endParaRPr lang="en-US"/>
        </a:p>
      </dgm:t>
    </dgm:pt>
    <dgm:pt modelId="{B72C1A47-22C2-4583-95E1-274FFB6019C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A staggeringly low amount of research (~10 papers) into web app indirect prompt injection, especially web based attacks results in low awareness and practical security in this area.</a:t>
          </a:r>
          <a:endParaRPr lang="en-US" sz="1400" dirty="0"/>
        </a:p>
      </dgm:t>
    </dgm:pt>
    <dgm:pt modelId="{2C094F1C-4754-48D5-BFA2-1ABFD0AC601A}" type="parTrans" cxnId="{18A951D8-1709-4955-AE49-86CA081738C8}">
      <dgm:prSet/>
      <dgm:spPr/>
      <dgm:t>
        <a:bodyPr/>
        <a:lstStyle/>
        <a:p>
          <a:endParaRPr lang="en-US"/>
        </a:p>
      </dgm:t>
    </dgm:pt>
    <dgm:pt modelId="{45977159-1CB1-440E-B843-7E79915F6BD5}" type="sibTrans" cxnId="{18A951D8-1709-4955-AE49-86CA081738C8}">
      <dgm:prSet/>
      <dgm:spPr/>
      <dgm:t>
        <a:bodyPr/>
        <a:lstStyle/>
        <a:p>
          <a:endParaRPr lang="en-US"/>
        </a:p>
      </dgm:t>
    </dgm:pt>
    <dgm:pt modelId="{A522715D-B35B-47A6-8C98-CF8046547BD6}" type="pres">
      <dgm:prSet presAssocID="{9D1C286F-612D-4C60-A80D-28333D91FDBE}" presName="root" presStyleCnt="0">
        <dgm:presLayoutVars>
          <dgm:dir/>
          <dgm:resizeHandles val="exact"/>
        </dgm:presLayoutVars>
      </dgm:prSet>
      <dgm:spPr/>
    </dgm:pt>
    <dgm:pt modelId="{380B9B8F-9C8A-4639-81F9-61FB11922A09}" type="pres">
      <dgm:prSet presAssocID="{D368179C-E9C5-47BC-9367-C7E547BE88E6}" presName="compNode" presStyleCnt="0"/>
      <dgm:spPr/>
    </dgm:pt>
    <dgm:pt modelId="{55234B74-66D3-4DF4-840A-D22F3CEECFE7}" type="pres">
      <dgm:prSet presAssocID="{D368179C-E9C5-47BC-9367-C7E547BE88E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4D3E750-B255-4A09-BD25-E68FF3DECBB6}" type="pres">
      <dgm:prSet presAssocID="{D368179C-E9C5-47BC-9367-C7E547BE88E6}" presName="spaceRect" presStyleCnt="0"/>
      <dgm:spPr/>
    </dgm:pt>
    <dgm:pt modelId="{FC1AE8C0-5773-496A-A023-51C15C241754}" type="pres">
      <dgm:prSet presAssocID="{D368179C-E9C5-47BC-9367-C7E547BE88E6}" presName="textRect" presStyleLbl="revTx" presStyleIdx="0" presStyleCnt="3">
        <dgm:presLayoutVars>
          <dgm:chMax val="1"/>
          <dgm:chPref val="1"/>
        </dgm:presLayoutVars>
      </dgm:prSet>
      <dgm:spPr/>
    </dgm:pt>
    <dgm:pt modelId="{59061EEF-9D06-4B40-B98D-E9B30907702C}" type="pres">
      <dgm:prSet presAssocID="{510D74BB-8A9A-48B9-BE7A-828F8B5B8549}" presName="sibTrans" presStyleCnt="0"/>
      <dgm:spPr/>
    </dgm:pt>
    <dgm:pt modelId="{8C911CE6-2D9B-4427-83BB-299C0C2F1334}" type="pres">
      <dgm:prSet presAssocID="{F56B8600-CE85-42AB-946A-4E33BD7BBF1E}" presName="compNode" presStyleCnt="0"/>
      <dgm:spPr/>
    </dgm:pt>
    <dgm:pt modelId="{8F757CCE-3B1D-40DF-A575-BEE8DC326FD8}" type="pres">
      <dgm:prSet presAssocID="{F56B8600-CE85-42AB-946A-4E33BD7BBF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02750335-A8A4-4FD2-BBE7-0606ADBD34DC}" type="pres">
      <dgm:prSet presAssocID="{F56B8600-CE85-42AB-946A-4E33BD7BBF1E}" presName="spaceRect" presStyleCnt="0"/>
      <dgm:spPr/>
    </dgm:pt>
    <dgm:pt modelId="{F973DA5A-AACF-48BC-9594-BE3DC0752A9B}" type="pres">
      <dgm:prSet presAssocID="{F56B8600-CE85-42AB-946A-4E33BD7BBF1E}" presName="textRect" presStyleLbl="revTx" presStyleIdx="1" presStyleCnt="3">
        <dgm:presLayoutVars>
          <dgm:chMax val="1"/>
          <dgm:chPref val="1"/>
        </dgm:presLayoutVars>
      </dgm:prSet>
      <dgm:spPr/>
    </dgm:pt>
    <dgm:pt modelId="{E1106BE6-07F4-4A9D-ABC5-2B083191D441}" type="pres">
      <dgm:prSet presAssocID="{609CCC6F-6DCF-478A-B865-51C22CFB1F88}" presName="sibTrans" presStyleCnt="0"/>
      <dgm:spPr/>
    </dgm:pt>
    <dgm:pt modelId="{F3F14663-0BB9-43AD-84B2-4AA93A6B675C}" type="pres">
      <dgm:prSet presAssocID="{B72C1A47-22C2-4583-95E1-274FFB6019C1}" presName="compNode" presStyleCnt="0"/>
      <dgm:spPr/>
    </dgm:pt>
    <dgm:pt modelId="{C0B9D871-BD5E-4EEB-A7EC-6544DBA63695}" type="pres">
      <dgm:prSet presAssocID="{B72C1A47-22C2-4583-95E1-274FFB6019C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dy bug"/>
        </a:ext>
      </dgm:extLst>
    </dgm:pt>
    <dgm:pt modelId="{741FD142-850D-4223-B32E-3D4EC423D404}" type="pres">
      <dgm:prSet presAssocID="{B72C1A47-22C2-4583-95E1-274FFB6019C1}" presName="spaceRect" presStyleCnt="0"/>
      <dgm:spPr/>
    </dgm:pt>
    <dgm:pt modelId="{C5103AAB-0CED-4A0F-ABEA-A5E24C32004D}" type="pres">
      <dgm:prSet presAssocID="{B72C1A47-22C2-4583-95E1-274FFB6019C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5DA5E27-4502-4049-A939-8BE81D835E0B}" type="presOf" srcId="{F56B8600-CE85-42AB-946A-4E33BD7BBF1E}" destId="{F973DA5A-AACF-48BC-9594-BE3DC0752A9B}" srcOrd="0" destOrd="0" presId="urn:microsoft.com/office/officeart/2018/2/layout/IconLabelList"/>
    <dgm:cxn modelId="{DF1DA22C-E825-4FB6-8448-A8B2CF3FDC5E}" srcId="{9D1C286F-612D-4C60-A80D-28333D91FDBE}" destId="{D368179C-E9C5-47BC-9367-C7E547BE88E6}" srcOrd="0" destOrd="0" parTransId="{F18DED8A-DC88-43E2-B208-E1402F2F1FD0}" sibTransId="{510D74BB-8A9A-48B9-BE7A-828F8B5B8549}"/>
    <dgm:cxn modelId="{F5FF5DB8-DDE1-4AC2-AF04-DE12B44828B8}" type="presOf" srcId="{D368179C-E9C5-47BC-9367-C7E547BE88E6}" destId="{FC1AE8C0-5773-496A-A023-51C15C241754}" srcOrd="0" destOrd="0" presId="urn:microsoft.com/office/officeart/2018/2/layout/IconLabelList"/>
    <dgm:cxn modelId="{1E5837C9-F996-4904-A946-6D2741318D1B}" srcId="{9D1C286F-612D-4C60-A80D-28333D91FDBE}" destId="{F56B8600-CE85-42AB-946A-4E33BD7BBF1E}" srcOrd="1" destOrd="0" parTransId="{F40021BE-F238-4F37-B9AF-B6CD78E6805C}" sibTransId="{609CCC6F-6DCF-478A-B865-51C22CFB1F88}"/>
    <dgm:cxn modelId="{18A951D8-1709-4955-AE49-86CA081738C8}" srcId="{9D1C286F-612D-4C60-A80D-28333D91FDBE}" destId="{B72C1A47-22C2-4583-95E1-274FFB6019C1}" srcOrd="2" destOrd="0" parTransId="{2C094F1C-4754-48D5-BFA2-1ABFD0AC601A}" sibTransId="{45977159-1CB1-440E-B843-7E79915F6BD5}"/>
    <dgm:cxn modelId="{13792EE1-7334-4692-BD19-33E8E7AC8391}" type="presOf" srcId="{9D1C286F-612D-4C60-A80D-28333D91FDBE}" destId="{A522715D-B35B-47A6-8C98-CF8046547BD6}" srcOrd="0" destOrd="0" presId="urn:microsoft.com/office/officeart/2018/2/layout/IconLabelList"/>
    <dgm:cxn modelId="{56C8FCF1-575E-4C7A-9A64-7A664917188E}" type="presOf" srcId="{B72C1A47-22C2-4583-95E1-274FFB6019C1}" destId="{C5103AAB-0CED-4A0F-ABEA-A5E24C32004D}" srcOrd="0" destOrd="0" presId="urn:microsoft.com/office/officeart/2018/2/layout/IconLabelList"/>
    <dgm:cxn modelId="{341B188D-8AC7-49F0-BA8E-0D6F5D46DCEE}" type="presParOf" srcId="{A522715D-B35B-47A6-8C98-CF8046547BD6}" destId="{380B9B8F-9C8A-4639-81F9-61FB11922A09}" srcOrd="0" destOrd="0" presId="urn:microsoft.com/office/officeart/2018/2/layout/IconLabelList"/>
    <dgm:cxn modelId="{5D809CCE-A325-47A1-9176-AC8C3799FDB8}" type="presParOf" srcId="{380B9B8F-9C8A-4639-81F9-61FB11922A09}" destId="{55234B74-66D3-4DF4-840A-D22F3CEECFE7}" srcOrd="0" destOrd="0" presId="urn:microsoft.com/office/officeart/2018/2/layout/IconLabelList"/>
    <dgm:cxn modelId="{8FDEAAA2-A515-4F09-9239-0E81431AC736}" type="presParOf" srcId="{380B9B8F-9C8A-4639-81F9-61FB11922A09}" destId="{94D3E750-B255-4A09-BD25-E68FF3DECBB6}" srcOrd="1" destOrd="0" presId="urn:microsoft.com/office/officeart/2018/2/layout/IconLabelList"/>
    <dgm:cxn modelId="{C87B72B3-FBB5-4E4A-B6CE-CEDDCB631B17}" type="presParOf" srcId="{380B9B8F-9C8A-4639-81F9-61FB11922A09}" destId="{FC1AE8C0-5773-496A-A023-51C15C241754}" srcOrd="2" destOrd="0" presId="urn:microsoft.com/office/officeart/2018/2/layout/IconLabelList"/>
    <dgm:cxn modelId="{4EED93F0-AFE0-401F-BF70-E160C7B8B005}" type="presParOf" srcId="{A522715D-B35B-47A6-8C98-CF8046547BD6}" destId="{59061EEF-9D06-4B40-B98D-E9B30907702C}" srcOrd="1" destOrd="0" presId="urn:microsoft.com/office/officeart/2018/2/layout/IconLabelList"/>
    <dgm:cxn modelId="{83B93B41-97BE-4C7B-9C57-6EC38D610766}" type="presParOf" srcId="{A522715D-B35B-47A6-8C98-CF8046547BD6}" destId="{8C911CE6-2D9B-4427-83BB-299C0C2F1334}" srcOrd="2" destOrd="0" presId="urn:microsoft.com/office/officeart/2018/2/layout/IconLabelList"/>
    <dgm:cxn modelId="{C58744E4-AAA0-4528-BD37-93B74BE21AD3}" type="presParOf" srcId="{8C911CE6-2D9B-4427-83BB-299C0C2F1334}" destId="{8F757CCE-3B1D-40DF-A575-BEE8DC326FD8}" srcOrd="0" destOrd="0" presId="urn:microsoft.com/office/officeart/2018/2/layout/IconLabelList"/>
    <dgm:cxn modelId="{652F660F-E53E-4C17-BAC6-C1AAA2B8F093}" type="presParOf" srcId="{8C911CE6-2D9B-4427-83BB-299C0C2F1334}" destId="{02750335-A8A4-4FD2-BBE7-0606ADBD34DC}" srcOrd="1" destOrd="0" presId="urn:microsoft.com/office/officeart/2018/2/layout/IconLabelList"/>
    <dgm:cxn modelId="{103F35A1-A91E-4805-A01E-76589B3307C2}" type="presParOf" srcId="{8C911CE6-2D9B-4427-83BB-299C0C2F1334}" destId="{F973DA5A-AACF-48BC-9594-BE3DC0752A9B}" srcOrd="2" destOrd="0" presId="urn:microsoft.com/office/officeart/2018/2/layout/IconLabelList"/>
    <dgm:cxn modelId="{6BDECE0D-568D-4663-A02C-C0FC6DFCE738}" type="presParOf" srcId="{A522715D-B35B-47A6-8C98-CF8046547BD6}" destId="{E1106BE6-07F4-4A9D-ABC5-2B083191D441}" srcOrd="3" destOrd="0" presId="urn:microsoft.com/office/officeart/2018/2/layout/IconLabelList"/>
    <dgm:cxn modelId="{6D01EC16-6932-4EA4-A5E0-13CF2A13852E}" type="presParOf" srcId="{A522715D-B35B-47A6-8C98-CF8046547BD6}" destId="{F3F14663-0BB9-43AD-84B2-4AA93A6B675C}" srcOrd="4" destOrd="0" presId="urn:microsoft.com/office/officeart/2018/2/layout/IconLabelList"/>
    <dgm:cxn modelId="{1CA3240C-3CE7-49BC-B262-3BDF20E52042}" type="presParOf" srcId="{F3F14663-0BB9-43AD-84B2-4AA93A6B675C}" destId="{C0B9D871-BD5E-4EEB-A7EC-6544DBA63695}" srcOrd="0" destOrd="0" presId="urn:microsoft.com/office/officeart/2018/2/layout/IconLabelList"/>
    <dgm:cxn modelId="{550DD73D-320C-48BB-882F-EEE8502051BB}" type="presParOf" srcId="{F3F14663-0BB9-43AD-84B2-4AA93A6B675C}" destId="{741FD142-850D-4223-B32E-3D4EC423D404}" srcOrd="1" destOrd="0" presId="urn:microsoft.com/office/officeart/2018/2/layout/IconLabelList"/>
    <dgm:cxn modelId="{0C0C1316-0D13-4807-B2D8-5E95BA5AFECD}" type="presParOf" srcId="{F3F14663-0BB9-43AD-84B2-4AA93A6B675C}" destId="{C5103AAB-0CED-4A0F-ABEA-A5E24C32004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2B905F0-E8FA-4206-8C28-B2491861C01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77705D9-D1A5-455B-B1A5-8B1AAE957031}">
      <dgm:prSet custT="1"/>
      <dgm:spPr/>
      <dgm:t>
        <a:bodyPr/>
        <a:lstStyle/>
        <a:p>
          <a:r>
            <a:rPr lang="en-GB" sz="1400" dirty="0"/>
            <a:t>Research into this topic yielded very limited academic work into this area with many of the more recent pieces of work being based off of </a:t>
          </a:r>
          <a:r>
            <a:rPr lang="en-GB" sz="1400" dirty="0" err="1"/>
            <a:t>Greshake</a:t>
          </a:r>
          <a:r>
            <a:rPr lang="en-GB" sz="1400" dirty="0"/>
            <a:t> et al[1]</a:t>
          </a:r>
          <a:endParaRPr lang="en-US" sz="1400" dirty="0"/>
        </a:p>
      </dgm:t>
    </dgm:pt>
    <dgm:pt modelId="{C8E0C4CE-C6E6-4372-A922-8D838978E0C1}" type="parTrans" cxnId="{E575D26F-D362-4371-B041-560281299545}">
      <dgm:prSet/>
      <dgm:spPr/>
      <dgm:t>
        <a:bodyPr/>
        <a:lstStyle/>
        <a:p>
          <a:endParaRPr lang="en-US"/>
        </a:p>
      </dgm:t>
    </dgm:pt>
    <dgm:pt modelId="{F8F40277-0706-4913-AF0F-82135129527D}" type="sibTrans" cxnId="{E575D26F-D362-4371-B041-560281299545}">
      <dgm:prSet/>
      <dgm:spPr/>
      <dgm:t>
        <a:bodyPr/>
        <a:lstStyle/>
        <a:p>
          <a:endParaRPr lang="en-US"/>
        </a:p>
      </dgm:t>
    </dgm:pt>
    <dgm:pt modelId="{FA663042-8381-41D0-A8A7-C7D7440D2009}">
      <dgm:prSet/>
      <dgm:spPr/>
      <dgm:t>
        <a:bodyPr/>
        <a:lstStyle/>
        <a:p>
          <a:r>
            <a:rPr lang="en-GB" dirty="0"/>
            <a:t>The theory of these techniques was strongly established in </a:t>
          </a:r>
          <a:r>
            <a:rPr lang="en-GB" dirty="0" err="1"/>
            <a:t>Greshake</a:t>
          </a:r>
          <a:r>
            <a:rPr lang="en-GB" dirty="0"/>
            <a:t> et al[1] with some additionally being added in other papers along with some practical proof of concepts albeit quite limited</a:t>
          </a:r>
          <a:endParaRPr lang="en-US" dirty="0"/>
        </a:p>
      </dgm:t>
    </dgm:pt>
    <dgm:pt modelId="{3C8E0F77-E3C9-4675-BDB5-1FAF2F176085}" type="parTrans" cxnId="{41D47C34-973D-4B29-9B61-00267C424985}">
      <dgm:prSet/>
      <dgm:spPr/>
      <dgm:t>
        <a:bodyPr/>
        <a:lstStyle/>
        <a:p>
          <a:endParaRPr lang="en-US"/>
        </a:p>
      </dgm:t>
    </dgm:pt>
    <dgm:pt modelId="{40DCBF32-E1C8-48AE-8F3B-6178CC731D4D}" type="sibTrans" cxnId="{41D47C34-973D-4B29-9B61-00267C424985}">
      <dgm:prSet/>
      <dgm:spPr/>
      <dgm:t>
        <a:bodyPr/>
        <a:lstStyle/>
        <a:p>
          <a:endParaRPr lang="en-US"/>
        </a:p>
      </dgm:t>
    </dgm:pt>
    <dgm:pt modelId="{58B8BD74-427E-49E1-9287-D133B5FF09CA}" type="pres">
      <dgm:prSet presAssocID="{B2B905F0-E8FA-4206-8C28-B2491861C010}" presName="root" presStyleCnt="0">
        <dgm:presLayoutVars>
          <dgm:dir/>
          <dgm:resizeHandles val="exact"/>
        </dgm:presLayoutVars>
      </dgm:prSet>
      <dgm:spPr/>
    </dgm:pt>
    <dgm:pt modelId="{DF85E701-6D02-4AFC-8C5C-4865454D3584}" type="pres">
      <dgm:prSet presAssocID="{077705D9-D1A5-455B-B1A5-8B1AAE957031}" presName="compNode" presStyleCnt="0"/>
      <dgm:spPr/>
    </dgm:pt>
    <dgm:pt modelId="{FDCE6D06-9F3D-4E3A-8CF4-2B3568A2803A}" type="pres">
      <dgm:prSet presAssocID="{077705D9-D1A5-455B-B1A5-8B1AAE95703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E37FADEC-92C4-4155-B213-AD92F5438767}" type="pres">
      <dgm:prSet presAssocID="{077705D9-D1A5-455B-B1A5-8B1AAE957031}" presName="spaceRect" presStyleCnt="0"/>
      <dgm:spPr/>
    </dgm:pt>
    <dgm:pt modelId="{D36BD79D-DCE0-40AA-B61E-C15B65140B61}" type="pres">
      <dgm:prSet presAssocID="{077705D9-D1A5-455B-B1A5-8B1AAE957031}" presName="textRect" presStyleLbl="revTx" presStyleIdx="0" presStyleCnt="2">
        <dgm:presLayoutVars>
          <dgm:chMax val="1"/>
          <dgm:chPref val="1"/>
        </dgm:presLayoutVars>
      </dgm:prSet>
      <dgm:spPr/>
    </dgm:pt>
    <dgm:pt modelId="{9699AF83-ECB8-46CF-9FF8-8DD528427C8F}" type="pres">
      <dgm:prSet presAssocID="{F8F40277-0706-4913-AF0F-82135129527D}" presName="sibTrans" presStyleCnt="0"/>
      <dgm:spPr/>
    </dgm:pt>
    <dgm:pt modelId="{6D897391-AD52-4CBA-8FB7-3FD934D997F9}" type="pres">
      <dgm:prSet presAssocID="{FA663042-8381-41D0-A8A7-C7D7440D2009}" presName="compNode" presStyleCnt="0"/>
      <dgm:spPr/>
    </dgm:pt>
    <dgm:pt modelId="{DFA4A568-0574-4CA9-8A8F-C8C5458B0290}" type="pres">
      <dgm:prSet presAssocID="{FA663042-8381-41D0-A8A7-C7D7440D200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 Bulb and Gear"/>
        </a:ext>
      </dgm:extLst>
    </dgm:pt>
    <dgm:pt modelId="{33FFD129-6742-41EF-B618-1B460E00D3CA}" type="pres">
      <dgm:prSet presAssocID="{FA663042-8381-41D0-A8A7-C7D7440D2009}" presName="spaceRect" presStyleCnt="0"/>
      <dgm:spPr/>
    </dgm:pt>
    <dgm:pt modelId="{ACDD0AD0-14FB-425E-84DB-D03F80F3227C}" type="pres">
      <dgm:prSet presAssocID="{FA663042-8381-41D0-A8A7-C7D7440D200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E6A2E27-B84A-4538-8F76-23645D9E1FEE}" type="presOf" srcId="{FA663042-8381-41D0-A8A7-C7D7440D2009}" destId="{ACDD0AD0-14FB-425E-84DB-D03F80F3227C}" srcOrd="0" destOrd="0" presId="urn:microsoft.com/office/officeart/2018/2/layout/IconLabelList"/>
    <dgm:cxn modelId="{41D47C34-973D-4B29-9B61-00267C424985}" srcId="{B2B905F0-E8FA-4206-8C28-B2491861C010}" destId="{FA663042-8381-41D0-A8A7-C7D7440D2009}" srcOrd="1" destOrd="0" parTransId="{3C8E0F77-E3C9-4675-BDB5-1FAF2F176085}" sibTransId="{40DCBF32-E1C8-48AE-8F3B-6178CC731D4D}"/>
    <dgm:cxn modelId="{E575D26F-D362-4371-B041-560281299545}" srcId="{B2B905F0-E8FA-4206-8C28-B2491861C010}" destId="{077705D9-D1A5-455B-B1A5-8B1AAE957031}" srcOrd="0" destOrd="0" parTransId="{C8E0C4CE-C6E6-4372-A922-8D838978E0C1}" sibTransId="{F8F40277-0706-4913-AF0F-82135129527D}"/>
    <dgm:cxn modelId="{C18F39AA-2D14-4652-A6B3-E0991C45FEE4}" type="presOf" srcId="{B2B905F0-E8FA-4206-8C28-B2491861C010}" destId="{58B8BD74-427E-49E1-9287-D133B5FF09CA}" srcOrd="0" destOrd="0" presId="urn:microsoft.com/office/officeart/2018/2/layout/IconLabelList"/>
    <dgm:cxn modelId="{C10235FD-7371-4314-8848-10F3F20A13D0}" type="presOf" srcId="{077705D9-D1A5-455B-B1A5-8B1AAE957031}" destId="{D36BD79D-DCE0-40AA-B61E-C15B65140B61}" srcOrd="0" destOrd="0" presId="urn:microsoft.com/office/officeart/2018/2/layout/IconLabelList"/>
    <dgm:cxn modelId="{A42C8EF1-FE9D-426B-B1EF-1D0254FFFE12}" type="presParOf" srcId="{58B8BD74-427E-49E1-9287-D133B5FF09CA}" destId="{DF85E701-6D02-4AFC-8C5C-4865454D3584}" srcOrd="0" destOrd="0" presId="urn:microsoft.com/office/officeart/2018/2/layout/IconLabelList"/>
    <dgm:cxn modelId="{BCF0E6ED-0034-4A6E-B986-77B71BDF3EE2}" type="presParOf" srcId="{DF85E701-6D02-4AFC-8C5C-4865454D3584}" destId="{FDCE6D06-9F3D-4E3A-8CF4-2B3568A2803A}" srcOrd="0" destOrd="0" presId="urn:microsoft.com/office/officeart/2018/2/layout/IconLabelList"/>
    <dgm:cxn modelId="{41926490-5724-43CF-A1A8-5B12D0F253C1}" type="presParOf" srcId="{DF85E701-6D02-4AFC-8C5C-4865454D3584}" destId="{E37FADEC-92C4-4155-B213-AD92F5438767}" srcOrd="1" destOrd="0" presId="urn:microsoft.com/office/officeart/2018/2/layout/IconLabelList"/>
    <dgm:cxn modelId="{1055CFB2-B383-4B56-BAD6-CDE052001F76}" type="presParOf" srcId="{DF85E701-6D02-4AFC-8C5C-4865454D3584}" destId="{D36BD79D-DCE0-40AA-B61E-C15B65140B61}" srcOrd="2" destOrd="0" presId="urn:microsoft.com/office/officeart/2018/2/layout/IconLabelList"/>
    <dgm:cxn modelId="{EC3D259A-0CB2-4DC8-9AEA-45A16F7BAE20}" type="presParOf" srcId="{58B8BD74-427E-49E1-9287-D133B5FF09CA}" destId="{9699AF83-ECB8-46CF-9FF8-8DD528427C8F}" srcOrd="1" destOrd="0" presId="urn:microsoft.com/office/officeart/2018/2/layout/IconLabelList"/>
    <dgm:cxn modelId="{5590AC4F-0C69-4C03-9728-0D83090A3578}" type="presParOf" srcId="{58B8BD74-427E-49E1-9287-D133B5FF09CA}" destId="{6D897391-AD52-4CBA-8FB7-3FD934D997F9}" srcOrd="2" destOrd="0" presId="urn:microsoft.com/office/officeart/2018/2/layout/IconLabelList"/>
    <dgm:cxn modelId="{460EE443-D759-4680-86DA-B8F7ED56B15A}" type="presParOf" srcId="{6D897391-AD52-4CBA-8FB7-3FD934D997F9}" destId="{DFA4A568-0574-4CA9-8A8F-C8C5458B0290}" srcOrd="0" destOrd="0" presId="urn:microsoft.com/office/officeart/2018/2/layout/IconLabelList"/>
    <dgm:cxn modelId="{59A153DC-8F06-4DEC-8851-A3BF643D993A}" type="presParOf" srcId="{6D897391-AD52-4CBA-8FB7-3FD934D997F9}" destId="{33FFD129-6742-41EF-B618-1B460E00D3CA}" srcOrd="1" destOrd="0" presId="urn:microsoft.com/office/officeart/2018/2/layout/IconLabelList"/>
    <dgm:cxn modelId="{670D3CDA-08A6-4452-8903-920523ED360D}" type="presParOf" srcId="{6D897391-AD52-4CBA-8FB7-3FD934D997F9}" destId="{ACDD0AD0-14FB-425E-84DB-D03F80F3227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7240E20-2759-4727-ADA7-E3E346834566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C7EECC15-A402-43CA-AF6D-6FD0127B2AD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 cap="none">
              <a:solidFill>
                <a:schemeClr val="tx1"/>
              </a:solidFill>
            </a:rPr>
            <a:t>Indirect prompt injection can take many forms ranging from attacks targeting data used to write code to malicious prompts in order to gain personal data</a:t>
          </a:r>
          <a:endParaRPr lang="en-US" cap="none">
            <a:solidFill>
              <a:schemeClr val="tx1"/>
            </a:solidFill>
          </a:endParaRPr>
        </a:p>
      </dgm:t>
    </dgm:pt>
    <dgm:pt modelId="{3262C986-B290-461A-88C5-01151DC6B450}" type="parTrans" cxnId="{F9017586-7B30-41B6-868F-DDD738CFBE31}">
      <dgm:prSet/>
      <dgm:spPr/>
      <dgm:t>
        <a:bodyPr/>
        <a:lstStyle/>
        <a:p>
          <a:endParaRPr lang="en-US"/>
        </a:p>
      </dgm:t>
    </dgm:pt>
    <dgm:pt modelId="{CD0DC99B-30CF-4CE2-A107-3CDECE781440}" type="sibTrans" cxnId="{F9017586-7B30-41B6-868F-DDD738CFBE31}">
      <dgm:prSet/>
      <dgm:spPr/>
      <dgm:t>
        <a:bodyPr/>
        <a:lstStyle/>
        <a:p>
          <a:endParaRPr lang="en-US"/>
        </a:p>
      </dgm:t>
    </dgm:pt>
    <dgm:pt modelId="{12E6873A-BE87-4778-A125-3B2B92ED9AA0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 sz="1100" cap="none">
              <a:solidFill>
                <a:schemeClr val="tx1"/>
              </a:solidFill>
            </a:rPr>
            <a:t>Through my project I will be exploring a number of these methods with a focus on web apps and develop methods to test LLM vulnerabilities of them</a:t>
          </a:r>
          <a:endParaRPr lang="en-US" sz="1100" cap="none">
            <a:solidFill>
              <a:schemeClr val="tx1"/>
            </a:solidFill>
          </a:endParaRPr>
        </a:p>
      </dgm:t>
    </dgm:pt>
    <dgm:pt modelId="{2BAEF5EA-A6E7-4E44-809C-434ACC9C3925}" type="parTrans" cxnId="{0DA87845-8464-444E-A6FF-F71BEAB65C70}">
      <dgm:prSet/>
      <dgm:spPr/>
      <dgm:t>
        <a:bodyPr/>
        <a:lstStyle/>
        <a:p>
          <a:endParaRPr lang="en-US"/>
        </a:p>
      </dgm:t>
    </dgm:pt>
    <dgm:pt modelId="{5EF5EB5B-99CC-4E76-B606-F49440F0C249}" type="sibTrans" cxnId="{0DA87845-8464-444E-A6FF-F71BEAB65C70}">
      <dgm:prSet/>
      <dgm:spPr/>
      <dgm:t>
        <a:bodyPr/>
        <a:lstStyle/>
        <a:p>
          <a:endParaRPr lang="en-US"/>
        </a:p>
      </dgm:t>
    </dgm:pt>
    <dgm:pt modelId="{CD23E59F-07E5-40D9-9D1C-5E53648B96E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 cap="none" dirty="0">
              <a:solidFill>
                <a:schemeClr val="tx1"/>
              </a:solidFill>
            </a:rPr>
            <a:t>This will lead onto my artifact aim of producing a web tool for developers which can allow for easy testing of LLM’s for security vulnerabilities</a:t>
          </a:r>
          <a:endParaRPr lang="en-US" cap="none" dirty="0">
            <a:solidFill>
              <a:schemeClr val="tx1"/>
            </a:solidFill>
          </a:endParaRPr>
        </a:p>
      </dgm:t>
    </dgm:pt>
    <dgm:pt modelId="{C5AD6D7B-6BB8-447A-83B6-4594C3713D58}" type="parTrans" cxnId="{2E4F3C1A-EF73-42A3-8FEE-F768413DBCD9}">
      <dgm:prSet/>
      <dgm:spPr/>
      <dgm:t>
        <a:bodyPr/>
        <a:lstStyle/>
        <a:p>
          <a:endParaRPr lang="en-GB"/>
        </a:p>
      </dgm:t>
    </dgm:pt>
    <dgm:pt modelId="{7787BB58-6902-4013-AF59-5CFBB9FB1785}" type="sibTrans" cxnId="{2E4F3C1A-EF73-42A3-8FEE-F768413DBCD9}">
      <dgm:prSet/>
      <dgm:spPr/>
      <dgm:t>
        <a:bodyPr/>
        <a:lstStyle/>
        <a:p>
          <a:endParaRPr lang="en-GB"/>
        </a:p>
      </dgm:t>
    </dgm:pt>
    <dgm:pt modelId="{E6158261-7C27-4F71-A0B0-66D6C37E8B25}" type="pres">
      <dgm:prSet presAssocID="{97240E20-2759-4727-ADA7-E3E346834566}" presName="root" presStyleCnt="0">
        <dgm:presLayoutVars>
          <dgm:dir/>
          <dgm:resizeHandles val="exact"/>
        </dgm:presLayoutVars>
      </dgm:prSet>
      <dgm:spPr/>
    </dgm:pt>
    <dgm:pt modelId="{A21392FF-D85A-430C-A9FB-D4831D7D1B43}" type="pres">
      <dgm:prSet presAssocID="{C7EECC15-A402-43CA-AF6D-6FD0127B2AD8}" presName="compNode" presStyleCnt="0"/>
      <dgm:spPr/>
    </dgm:pt>
    <dgm:pt modelId="{C9BD165C-C9C8-4788-AE2D-999E935D1E35}" type="pres">
      <dgm:prSet presAssocID="{C7EECC15-A402-43CA-AF6D-6FD0127B2AD8}" presName="iconBgRect" presStyleLbl="bgShp" presStyleIdx="0" presStyleCnt="3"/>
      <dgm:spPr/>
    </dgm:pt>
    <dgm:pt modelId="{C34D91A2-D23C-4B3E-AD77-BE9B04CB439D}" type="pres">
      <dgm:prSet presAssocID="{C7EECC15-A402-43CA-AF6D-6FD0127B2AD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94E9903-0E1C-49B3-8B32-0988CE48352D}" type="pres">
      <dgm:prSet presAssocID="{C7EECC15-A402-43CA-AF6D-6FD0127B2AD8}" presName="spaceRect" presStyleCnt="0"/>
      <dgm:spPr/>
    </dgm:pt>
    <dgm:pt modelId="{108A18AA-A4FC-45D9-B4A2-17AF29E47A0F}" type="pres">
      <dgm:prSet presAssocID="{C7EECC15-A402-43CA-AF6D-6FD0127B2AD8}" presName="textRect" presStyleLbl="revTx" presStyleIdx="0" presStyleCnt="3">
        <dgm:presLayoutVars>
          <dgm:chMax val="1"/>
          <dgm:chPref val="1"/>
        </dgm:presLayoutVars>
      </dgm:prSet>
      <dgm:spPr/>
    </dgm:pt>
    <dgm:pt modelId="{AE190E6A-BC1E-4BC8-A82B-6A55F38EA9E0}" type="pres">
      <dgm:prSet presAssocID="{CD0DC99B-30CF-4CE2-A107-3CDECE781440}" presName="sibTrans" presStyleCnt="0"/>
      <dgm:spPr/>
    </dgm:pt>
    <dgm:pt modelId="{1EFCD15B-31ED-45DE-97EE-EFAE094A559E}" type="pres">
      <dgm:prSet presAssocID="{12E6873A-BE87-4778-A125-3B2B92ED9AA0}" presName="compNode" presStyleCnt="0"/>
      <dgm:spPr/>
    </dgm:pt>
    <dgm:pt modelId="{3F752F29-D33F-4B7A-A3A0-F9CFE63ED1FB}" type="pres">
      <dgm:prSet presAssocID="{12E6873A-BE87-4778-A125-3B2B92ED9AA0}" presName="iconBgRect" presStyleLbl="bgShp" presStyleIdx="1" presStyleCnt="3"/>
      <dgm:spPr/>
    </dgm:pt>
    <dgm:pt modelId="{C71778B6-D29C-4067-8D10-55CE139FC14D}" type="pres">
      <dgm:prSet presAssocID="{12E6873A-BE87-4778-A125-3B2B92ED9AA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94321E83-7ACC-4ACB-B45E-42CE724028A3}" type="pres">
      <dgm:prSet presAssocID="{12E6873A-BE87-4778-A125-3B2B92ED9AA0}" presName="spaceRect" presStyleCnt="0"/>
      <dgm:spPr/>
    </dgm:pt>
    <dgm:pt modelId="{0E91A8EE-4976-4F3E-8C70-00F505DA68B4}" type="pres">
      <dgm:prSet presAssocID="{12E6873A-BE87-4778-A125-3B2B92ED9AA0}" presName="textRect" presStyleLbl="revTx" presStyleIdx="1" presStyleCnt="3">
        <dgm:presLayoutVars>
          <dgm:chMax val="1"/>
          <dgm:chPref val="1"/>
        </dgm:presLayoutVars>
      </dgm:prSet>
      <dgm:spPr/>
    </dgm:pt>
    <dgm:pt modelId="{C51918C8-FE35-4C2B-A8FE-088D6BEAD9DC}" type="pres">
      <dgm:prSet presAssocID="{5EF5EB5B-99CC-4E76-B606-F49440F0C249}" presName="sibTrans" presStyleCnt="0"/>
      <dgm:spPr/>
    </dgm:pt>
    <dgm:pt modelId="{45E5A42B-8EFB-4986-8E8D-ABAAC1842FD4}" type="pres">
      <dgm:prSet presAssocID="{CD23E59F-07E5-40D9-9D1C-5E53648B96E9}" presName="compNode" presStyleCnt="0"/>
      <dgm:spPr/>
    </dgm:pt>
    <dgm:pt modelId="{5F27640C-6DD8-4378-87F0-C91FF8FBBA5A}" type="pres">
      <dgm:prSet presAssocID="{CD23E59F-07E5-40D9-9D1C-5E53648B96E9}" presName="iconBgRect" presStyleLbl="bgShp" presStyleIdx="2" presStyleCnt="3"/>
      <dgm:spPr/>
    </dgm:pt>
    <dgm:pt modelId="{6E7720AB-BA23-4554-BE30-EE3F3C08E7C1}" type="pres">
      <dgm:prSet presAssocID="{CD23E59F-07E5-40D9-9D1C-5E53648B96E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E7E4F0CC-E544-47FC-9A55-0D77D53DEEE1}" type="pres">
      <dgm:prSet presAssocID="{CD23E59F-07E5-40D9-9D1C-5E53648B96E9}" presName="spaceRect" presStyleCnt="0"/>
      <dgm:spPr/>
    </dgm:pt>
    <dgm:pt modelId="{FA792F96-9D2D-4970-BE4F-36DF94CEA07B}" type="pres">
      <dgm:prSet presAssocID="{CD23E59F-07E5-40D9-9D1C-5E53648B96E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B685302-0769-40E6-ABBA-2B573BB1A457}" type="presOf" srcId="{97240E20-2759-4727-ADA7-E3E346834566}" destId="{E6158261-7C27-4F71-A0B0-66D6C37E8B25}" srcOrd="0" destOrd="0" presId="urn:microsoft.com/office/officeart/2018/5/layout/IconCircleLabelList"/>
    <dgm:cxn modelId="{1D7BB902-00D3-4393-A029-0367BF344D4E}" type="presOf" srcId="{CD23E59F-07E5-40D9-9D1C-5E53648B96E9}" destId="{FA792F96-9D2D-4970-BE4F-36DF94CEA07B}" srcOrd="0" destOrd="0" presId="urn:microsoft.com/office/officeart/2018/5/layout/IconCircleLabelList"/>
    <dgm:cxn modelId="{2E4F3C1A-EF73-42A3-8FEE-F768413DBCD9}" srcId="{97240E20-2759-4727-ADA7-E3E346834566}" destId="{CD23E59F-07E5-40D9-9D1C-5E53648B96E9}" srcOrd="2" destOrd="0" parTransId="{C5AD6D7B-6BB8-447A-83B6-4594C3713D58}" sibTransId="{7787BB58-6902-4013-AF59-5CFBB9FB1785}"/>
    <dgm:cxn modelId="{0DA87845-8464-444E-A6FF-F71BEAB65C70}" srcId="{97240E20-2759-4727-ADA7-E3E346834566}" destId="{12E6873A-BE87-4778-A125-3B2B92ED9AA0}" srcOrd="1" destOrd="0" parTransId="{2BAEF5EA-A6E7-4E44-809C-434ACC9C3925}" sibTransId="{5EF5EB5B-99CC-4E76-B606-F49440F0C249}"/>
    <dgm:cxn modelId="{F9017586-7B30-41B6-868F-DDD738CFBE31}" srcId="{97240E20-2759-4727-ADA7-E3E346834566}" destId="{C7EECC15-A402-43CA-AF6D-6FD0127B2AD8}" srcOrd="0" destOrd="0" parTransId="{3262C986-B290-461A-88C5-01151DC6B450}" sibTransId="{CD0DC99B-30CF-4CE2-A107-3CDECE781440}"/>
    <dgm:cxn modelId="{3CEE64C0-DF66-4605-855F-E3F898889694}" type="presOf" srcId="{12E6873A-BE87-4778-A125-3B2B92ED9AA0}" destId="{0E91A8EE-4976-4F3E-8C70-00F505DA68B4}" srcOrd="0" destOrd="0" presId="urn:microsoft.com/office/officeart/2018/5/layout/IconCircleLabelList"/>
    <dgm:cxn modelId="{B85190FD-7E0F-47BB-8331-593CA7A5D748}" type="presOf" srcId="{C7EECC15-A402-43CA-AF6D-6FD0127B2AD8}" destId="{108A18AA-A4FC-45D9-B4A2-17AF29E47A0F}" srcOrd="0" destOrd="0" presId="urn:microsoft.com/office/officeart/2018/5/layout/IconCircleLabelList"/>
    <dgm:cxn modelId="{D5C4D82C-8F67-44D0-9048-081B9C0D004E}" type="presParOf" srcId="{E6158261-7C27-4F71-A0B0-66D6C37E8B25}" destId="{A21392FF-D85A-430C-A9FB-D4831D7D1B43}" srcOrd="0" destOrd="0" presId="urn:microsoft.com/office/officeart/2018/5/layout/IconCircleLabelList"/>
    <dgm:cxn modelId="{97C6D32D-A62D-4BFF-A755-7009E51EC286}" type="presParOf" srcId="{A21392FF-D85A-430C-A9FB-D4831D7D1B43}" destId="{C9BD165C-C9C8-4788-AE2D-999E935D1E35}" srcOrd="0" destOrd="0" presId="urn:microsoft.com/office/officeart/2018/5/layout/IconCircleLabelList"/>
    <dgm:cxn modelId="{D403A5E9-A1E0-4E3E-969D-7B0C65993763}" type="presParOf" srcId="{A21392FF-D85A-430C-A9FB-D4831D7D1B43}" destId="{C34D91A2-D23C-4B3E-AD77-BE9B04CB439D}" srcOrd="1" destOrd="0" presId="urn:microsoft.com/office/officeart/2018/5/layout/IconCircleLabelList"/>
    <dgm:cxn modelId="{6F7D6F48-EE05-4AA0-A591-30A04018065F}" type="presParOf" srcId="{A21392FF-D85A-430C-A9FB-D4831D7D1B43}" destId="{D94E9903-0E1C-49B3-8B32-0988CE48352D}" srcOrd="2" destOrd="0" presId="urn:microsoft.com/office/officeart/2018/5/layout/IconCircleLabelList"/>
    <dgm:cxn modelId="{0071F4B2-49E5-4F14-84F7-F508E188F9A3}" type="presParOf" srcId="{A21392FF-D85A-430C-A9FB-D4831D7D1B43}" destId="{108A18AA-A4FC-45D9-B4A2-17AF29E47A0F}" srcOrd="3" destOrd="0" presId="urn:microsoft.com/office/officeart/2018/5/layout/IconCircleLabelList"/>
    <dgm:cxn modelId="{A885B010-03EE-42F5-8DAF-A9420DD2B56B}" type="presParOf" srcId="{E6158261-7C27-4F71-A0B0-66D6C37E8B25}" destId="{AE190E6A-BC1E-4BC8-A82B-6A55F38EA9E0}" srcOrd="1" destOrd="0" presId="urn:microsoft.com/office/officeart/2018/5/layout/IconCircleLabelList"/>
    <dgm:cxn modelId="{35A4B3E0-6D35-43B5-91E0-92EB70005798}" type="presParOf" srcId="{E6158261-7C27-4F71-A0B0-66D6C37E8B25}" destId="{1EFCD15B-31ED-45DE-97EE-EFAE094A559E}" srcOrd="2" destOrd="0" presId="urn:microsoft.com/office/officeart/2018/5/layout/IconCircleLabelList"/>
    <dgm:cxn modelId="{27E922BC-1FC2-4194-9C32-99DE7EBAE1F9}" type="presParOf" srcId="{1EFCD15B-31ED-45DE-97EE-EFAE094A559E}" destId="{3F752F29-D33F-4B7A-A3A0-F9CFE63ED1FB}" srcOrd="0" destOrd="0" presId="urn:microsoft.com/office/officeart/2018/5/layout/IconCircleLabelList"/>
    <dgm:cxn modelId="{EBFD2FDD-D123-4AF9-A0F5-323A076E0E84}" type="presParOf" srcId="{1EFCD15B-31ED-45DE-97EE-EFAE094A559E}" destId="{C71778B6-D29C-4067-8D10-55CE139FC14D}" srcOrd="1" destOrd="0" presId="urn:microsoft.com/office/officeart/2018/5/layout/IconCircleLabelList"/>
    <dgm:cxn modelId="{268B3FD4-8CA3-4F0A-9A7E-10672CCE06C1}" type="presParOf" srcId="{1EFCD15B-31ED-45DE-97EE-EFAE094A559E}" destId="{94321E83-7ACC-4ACB-B45E-42CE724028A3}" srcOrd="2" destOrd="0" presId="urn:microsoft.com/office/officeart/2018/5/layout/IconCircleLabelList"/>
    <dgm:cxn modelId="{15F7A8A6-E6D9-479D-A278-830CE3A5E8AC}" type="presParOf" srcId="{1EFCD15B-31ED-45DE-97EE-EFAE094A559E}" destId="{0E91A8EE-4976-4F3E-8C70-00F505DA68B4}" srcOrd="3" destOrd="0" presId="urn:microsoft.com/office/officeart/2018/5/layout/IconCircleLabelList"/>
    <dgm:cxn modelId="{CCCDF745-10F0-422F-92E6-BD309C2A349F}" type="presParOf" srcId="{E6158261-7C27-4F71-A0B0-66D6C37E8B25}" destId="{C51918C8-FE35-4C2B-A8FE-088D6BEAD9DC}" srcOrd="3" destOrd="0" presId="urn:microsoft.com/office/officeart/2018/5/layout/IconCircleLabelList"/>
    <dgm:cxn modelId="{A7589371-2783-4DD2-A17B-515D0AD3CBAD}" type="presParOf" srcId="{E6158261-7C27-4F71-A0B0-66D6C37E8B25}" destId="{45E5A42B-8EFB-4986-8E8D-ABAAC1842FD4}" srcOrd="4" destOrd="0" presId="urn:microsoft.com/office/officeart/2018/5/layout/IconCircleLabelList"/>
    <dgm:cxn modelId="{9594FEA2-ACF1-4952-B88C-CF2CBCC924D6}" type="presParOf" srcId="{45E5A42B-8EFB-4986-8E8D-ABAAC1842FD4}" destId="{5F27640C-6DD8-4378-87F0-C91FF8FBBA5A}" srcOrd="0" destOrd="0" presId="urn:microsoft.com/office/officeart/2018/5/layout/IconCircleLabelList"/>
    <dgm:cxn modelId="{1CB8BEB8-CCAE-4C9C-9A77-9D6B06D229E5}" type="presParOf" srcId="{45E5A42B-8EFB-4986-8E8D-ABAAC1842FD4}" destId="{6E7720AB-BA23-4554-BE30-EE3F3C08E7C1}" srcOrd="1" destOrd="0" presId="urn:microsoft.com/office/officeart/2018/5/layout/IconCircleLabelList"/>
    <dgm:cxn modelId="{21E08B7C-7912-4AC0-A8CB-8F3AF1262F7E}" type="presParOf" srcId="{45E5A42B-8EFB-4986-8E8D-ABAAC1842FD4}" destId="{E7E4F0CC-E544-47FC-9A55-0D77D53DEEE1}" srcOrd="2" destOrd="0" presId="urn:microsoft.com/office/officeart/2018/5/layout/IconCircleLabelList"/>
    <dgm:cxn modelId="{CBF44F3D-D22E-4AF9-AD9F-A0DD091523A8}" type="presParOf" srcId="{45E5A42B-8EFB-4986-8E8D-ABAAC1842FD4}" destId="{FA792F96-9D2D-4970-BE4F-36DF94CEA07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5E70CD1-E6E5-42B9-A64B-31FDE79344C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2E811DA-2090-44FD-8CB0-F1958B0B0998}">
      <dgm:prSet/>
      <dgm:spPr/>
      <dgm:t>
        <a:bodyPr/>
        <a:lstStyle/>
        <a:p>
          <a:r>
            <a:rPr lang="en-GB"/>
            <a:t>The end goal of my artifact is to ultimately give developers an easy way to testing their LLM’s for up and coming security vulnerabilities</a:t>
          </a:r>
          <a:endParaRPr lang="en-US"/>
        </a:p>
      </dgm:t>
    </dgm:pt>
    <dgm:pt modelId="{CA2B0103-EA86-43EC-9FC5-2B47F9A00C18}" type="parTrans" cxnId="{95E04A9A-61FE-4AAA-A283-114271CACCB7}">
      <dgm:prSet/>
      <dgm:spPr/>
      <dgm:t>
        <a:bodyPr/>
        <a:lstStyle/>
        <a:p>
          <a:endParaRPr lang="en-US"/>
        </a:p>
      </dgm:t>
    </dgm:pt>
    <dgm:pt modelId="{DD5FA38C-A309-4F81-AFD1-86E4D70C96E1}" type="sibTrans" cxnId="{95E04A9A-61FE-4AAA-A283-114271CACCB7}">
      <dgm:prSet/>
      <dgm:spPr/>
      <dgm:t>
        <a:bodyPr/>
        <a:lstStyle/>
        <a:p>
          <a:endParaRPr lang="en-US"/>
        </a:p>
      </dgm:t>
    </dgm:pt>
    <dgm:pt modelId="{B4B8C314-F12D-4152-84CB-E10E6DA19F05}">
      <dgm:prSet/>
      <dgm:spPr/>
      <dgm:t>
        <a:bodyPr/>
        <a:lstStyle/>
        <a:p>
          <a:r>
            <a:rPr lang="en-GB"/>
            <a:t>As part of this I aim to maximise the number of vulnerabilities we look at, at least 5</a:t>
          </a:r>
          <a:endParaRPr lang="en-US"/>
        </a:p>
      </dgm:t>
    </dgm:pt>
    <dgm:pt modelId="{87588A84-DC57-406C-A108-CFCC4004FC6C}" type="parTrans" cxnId="{96FF27EC-7279-47C7-8765-175639C726AD}">
      <dgm:prSet/>
      <dgm:spPr/>
      <dgm:t>
        <a:bodyPr/>
        <a:lstStyle/>
        <a:p>
          <a:endParaRPr lang="en-US"/>
        </a:p>
      </dgm:t>
    </dgm:pt>
    <dgm:pt modelId="{0CBD7366-E5EA-4B52-A3D3-14B2192789CD}" type="sibTrans" cxnId="{96FF27EC-7279-47C7-8765-175639C726AD}">
      <dgm:prSet/>
      <dgm:spPr/>
      <dgm:t>
        <a:bodyPr/>
        <a:lstStyle/>
        <a:p>
          <a:endParaRPr lang="en-US"/>
        </a:p>
      </dgm:t>
    </dgm:pt>
    <dgm:pt modelId="{49622A44-E84D-449F-82FF-4B86C0858FAF}">
      <dgm:prSet/>
      <dgm:spPr/>
      <dgm:t>
        <a:bodyPr/>
        <a:lstStyle/>
        <a:p>
          <a:r>
            <a:rPr lang="en-GB"/>
            <a:t>It should have vulnerabilities isolated to be developer friendly</a:t>
          </a:r>
          <a:endParaRPr lang="en-US"/>
        </a:p>
      </dgm:t>
    </dgm:pt>
    <dgm:pt modelId="{B50A235C-5DBC-4A35-9D47-FB02C7BA5E5F}" type="parTrans" cxnId="{FE1E83B1-E26E-4B7A-BEE7-5ABDD962E969}">
      <dgm:prSet/>
      <dgm:spPr/>
      <dgm:t>
        <a:bodyPr/>
        <a:lstStyle/>
        <a:p>
          <a:endParaRPr lang="en-US"/>
        </a:p>
      </dgm:t>
    </dgm:pt>
    <dgm:pt modelId="{C51CA92E-62B7-4570-BCB4-504D57B15F11}" type="sibTrans" cxnId="{FE1E83B1-E26E-4B7A-BEE7-5ABDD962E969}">
      <dgm:prSet/>
      <dgm:spPr/>
      <dgm:t>
        <a:bodyPr/>
        <a:lstStyle/>
        <a:p>
          <a:endParaRPr lang="en-US"/>
        </a:p>
      </dgm:t>
    </dgm:pt>
    <dgm:pt modelId="{CCBE1C8F-1253-4A91-BF14-1E592FB15910}">
      <dgm:prSet/>
      <dgm:spPr/>
      <dgm:t>
        <a:bodyPr/>
        <a:lstStyle/>
        <a:p>
          <a:r>
            <a:rPr lang="en-GB"/>
            <a:t>There should be appropriate instructions</a:t>
          </a:r>
          <a:endParaRPr lang="en-US"/>
        </a:p>
      </dgm:t>
    </dgm:pt>
    <dgm:pt modelId="{443BAE56-1CDD-4FA0-AD8C-DDD84AC5F852}" type="parTrans" cxnId="{331BA1BD-9874-448C-B7B9-A7666D774F6F}">
      <dgm:prSet/>
      <dgm:spPr/>
      <dgm:t>
        <a:bodyPr/>
        <a:lstStyle/>
        <a:p>
          <a:endParaRPr lang="en-US"/>
        </a:p>
      </dgm:t>
    </dgm:pt>
    <dgm:pt modelId="{45FA320C-F0C4-459F-B9A7-11B3233967D5}" type="sibTrans" cxnId="{331BA1BD-9874-448C-B7B9-A7666D774F6F}">
      <dgm:prSet/>
      <dgm:spPr/>
      <dgm:t>
        <a:bodyPr/>
        <a:lstStyle/>
        <a:p>
          <a:endParaRPr lang="en-US"/>
        </a:p>
      </dgm:t>
    </dgm:pt>
    <dgm:pt modelId="{8D1682A6-4714-441B-BC20-45AF0D777170}" type="pres">
      <dgm:prSet presAssocID="{05E70CD1-E6E5-42B9-A64B-31FDE79344CE}" presName="root" presStyleCnt="0">
        <dgm:presLayoutVars>
          <dgm:dir/>
          <dgm:resizeHandles val="exact"/>
        </dgm:presLayoutVars>
      </dgm:prSet>
      <dgm:spPr/>
    </dgm:pt>
    <dgm:pt modelId="{D018DF1D-3166-4C49-9BD1-818FFEC758B9}" type="pres">
      <dgm:prSet presAssocID="{62E811DA-2090-44FD-8CB0-F1958B0B0998}" presName="compNode" presStyleCnt="0"/>
      <dgm:spPr/>
    </dgm:pt>
    <dgm:pt modelId="{9406E64E-34FB-4A08-A87A-D98A8AF37FAA}" type="pres">
      <dgm:prSet presAssocID="{62E811DA-2090-44FD-8CB0-F1958B0B099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3556981-8584-463C-9BA8-C6BAF24B75E6}" type="pres">
      <dgm:prSet presAssocID="{62E811DA-2090-44FD-8CB0-F1958B0B0998}" presName="spaceRect" presStyleCnt="0"/>
      <dgm:spPr/>
    </dgm:pt>
    <dgm:pt modelId="{B2A420F5-6352-4D03-909A-998EB329CD9D}" type="pres">
      <dgm:prSet presAssocID="{62E811DA-2090-44FD-8CB0-F1958B0B0998}" presName="textRect" presStyleLbl="revTx" presStyleIdx="0" presStyleCnt="4">
        <dgm:presLayoutVars>
          <dgm:chMax val="1"/>
          <dgm:chPref val="1"/>
        </dgm:presLayoutVars>
      </dgm:prSet>
      <dgm:spPr/>
    </dgm:pt>
    <dgm:pt modelId="{84107393-0898-46A5-AE51-67037D678321}" type="pres">
      <dgm:prSet presAssocID="{DD5FA38C-A309-4F81-AFD1-86E4D70C96E1}" presName="sibTrans" presStyleCnt="0"/>
      <dgm:spPr/>
    </dgm:pt>
    <dgm:pt modelId="{C8A6F388-D740-4DA1-9503-2BFEFFB05BD6}" type="pres">
      <dgm:prSet presAssocID="{B4B8C314-F12D-4152-84CB-E10E6DA19F05}" presName="compNode" presStyleCnt="0"/>
      <dgm:spPr/>
    </dgm:pt>
    <dgm:pt modelId="{C73A4C9B-6D4E-4E4F-AAD7-632AA2DBF84E}" type="pres">
      <dgm:prSet presAssocID="{B4B8C314-F12D-4152-84CB-E10E6DA19F05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3919CC2-7E3C-4AB9-9E1F-1C0267212FE4}" type="pres">
      <dgm:prSet presAssocID="{B4B8C314-F12D-4152-84CB-E10E6DA19F05}" presName="spaceRect" presStyleCnt="0"/>
      <dgm:spPr/>
    </dgm:pt>
    <dgm:pt modelId="{586C61C7-2E3C-416D-87C4-101C46FFDB92}" type="pres">
      <dgm:prSet presAssocID="{B4B8C314-F12D-4152-84CB-E10E6DA19F05}" presName="textRect" presStyleLbl="revTx" presStyleIdx="1" presStyleCnt="4">
        <dgm:presLayoutVars>
          <dgm:chMax val="1"/>
          <dgm:chPref val="1"/>
        </dgm:presLayoutVars>
      </dgm:prSet>
      <dgm:spPr/>
    </dgm:pt>
    <dgm:pt modelId="{9880EF00-AB6A-4FDA-996A-89080FBFC8E1}" type="pres">
      <dgm:prSet presAssocID="{0CBD7366-E5EA-4B52-A3D3-14B2192789CD}" presName="sibTrans" presStyleCnt="0"/>
      <dgm:spPr/>
    </dgm:pt>
    <dgm:pt modelId="{89DE17D4-1E0E-40D2-9832-034BD25B7A98}" type="pres">
      <dgm:prSet presAssocID="{49622A44-E84D-449F-82FF-4B86C0858FAF}" presName="compNode" presStyleCnt="0"/>
      <dgm:spPr/>
    </dgm:pt>
    <dgm:pt modelId="{45C95526-D118-43A5-8CC3-CA3B77ADFEB1}" type="pres">
      <dgm:prSet presAssocID="{49622A44-E84D-449F-82FF-4B86C0858FA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292736C8-A663-4AE5-95AE-1135A7766E54}" type="pres">
      <dgm:prSet presAssocID="{49622A44-E84D-449F-82FF-4B86C0858FAF}" presName="spaceRect" presStyleCnt="0"/>
      <dgm:spPr/>
    </dgm:pt>
    <dgm:pt modelId="{1A77DA38-9F73-4B1A-BC22-FFCD5DCD6F62}" type="pres">
      <dgm:prSet presAssocID="{49622A44-E84D-449F-82FF-4B86C0858FAF}" presName="textRect" presStyleLbl="revTx" presStyleIdx="2" presStyleCnt="4">
        <dgm:presLayoutVars>
          <dgm:chMax val="1"/>
          <dgm:chPref val="1"/>
        </dgm:presLayoutVars>
      </dgm:prSet>
      <dgm:spPr/>
    </dgm:pt>
    <dgm:pt modelId="{05DFB78E-3EAB-4152-BDDE-6D466272D37C}" type="pres">
      <dgm:prSet presAssocID="{C51CA92E-62B7-4570-BCB4-504D57B15F11}" presName="sibTrans" presStyleCnt="0"/>
      <dgm:spPr/>
    </dgm:pt>
    <dgm:pt modelId="{2D43AC31-E03E-44B0-8255-60B6D4E3ABF8}" type="pres">
      <dgm:prSet presAssocID="{CCBE1C8F-1253-4A91-BF14-1E592FB15910}" presName="compNode" presStyleCnt="0"/>
      <dgm:spPr/>
    </dgm:pt>
    <dgm:pt modelId="{36138E50-6454-49D2-B873-2AE068DB8A29}" type="pres">
      <dgm:prSet presAssocID="{CCBE1C8F-1253-4A91-BF14-1E592FB1591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C9C519C-2796-4621-AE18-956B2606E672}" type="pres">
      <dgm:prSet presAssocID="{CCBE1C8F-1253-4A91-BF14-1E592FB15910}" presName="spaceRect" presStyleCnt="0"/>
      <dgm:spPr/>
    </dgm:pt>
    <dgm:pt modelId="{D707A982-DA4D-4FE4-A657-31145B1E2997}" type="pres">
      <dgm:prSet presAssocID="{CCBE1C8F-1253-4A91-BF14-1E592FB1591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5B8D70C-2C3F-4706-AA36-A730FCC3BFA8}" type="presOf" srcId="{B4B8C314-F12D-4152-84CB-E10E6DA19F05}" destId="{586C61C7-2E3C-416D-87C4-101C46FFDB92}" srcOrd="0" destOrd="0" presId="urn:microsoft.com/office/officeart/2018/2/layout/IconLabelList"/>
    <dgm:cxn modelId="{38D55E80-28F9-4B36-8452-CE9EE1F31938}" type="presOf" srcId="{05E70CD1-E6E5-42B9-A64B-31FDE79344CE}" destId="{8D1682A6-4714-441B-BC20-45AF0D777170}" srcOrd="0" destOrd="0" presId="urn:microsoft.com/office/officeart/2018/2/layout/IconLabelList"/>
    <dgm:cxn modelId="{95E04A9A-61FE-4AAA-A283-114271CACCB7}" srcId="{05E70CD1-E6E5-42B9-A64B-31FDE79344CE}" destId="{62E811DA-2090-44FD-8CB0-F1958B0B0998}" srcOrd="0" destOrd="0" parTransId="{CA2B0103-EA86-43EC-9FC5-2B47F9A00C18}" sibTransId="{DD5FA38C-A309-4F81-AFD1-86E4D70C96E1}"/>
    <dgm:cxn modelId="{92D2ADA6-BCA8-4DFA-8412-7D3944D16FDF}" type="presOf" srcId="{62E811DA-2090-44FD-8CB0-F1958B0B0998}" destId="{B2A420F5-6352-4D03-909A-998EB329CD9D}" srcOrd="0" destOrd="0" presId="urn:microsoft.com/office/officeart/2018/2/layout/IconLabelList"/>
    <dgm:cxn modelId="{FE1E83B1-E26E-4B7A-BEE7-5ABDD962E969}" srcId="{05E70CD1-E6E5-42B9-A64B-31FDE79344CE}" destId="{49622A44-E84D-449F-82FF-4B86C0858FAF}" srcOrd="2" destOrd="0" parTransId="{B50A235C-5DBC-4A35-9D47-FB02C7BA5E5F}" sibTransId="{C51CA92E-62B7-4570-BCB4-504D57B15F11}"/>
    <dgm:cxn modelId="{D45C19BB-0F61-4BC0-BC3B-BB268D72763A}" type="presOf" srcId="{49622A44-E84D-449F-82FF-4B86C0858FAF}" destId="{1A77DA38-9F73-4B1A-BC22-FFCD5DCD6F62}" srcOrd="0" destOrd="0" presId="urn:microsoft.com/office/officeart/2018/2/layout/IconLabelList"/>
    <dgm:cxn modelId="{331BA1BD-9874-448C-B7B9-A7666D774F6F}" srcId="{05E70CD1-E6E5-42B9-A64B-31FDE79344CE}" destId="{CCBE1C8F-1253-4A91-BF14-1E592FB15910}" srcOrd="3" destOrd="0" parTransId="{443BAE56-1CDD-4FA0-AD8C-DDD84AC5F852}" sibTransId="{45FA320C-F0C4-459F-B9A7-11B3233967D5}"/>
    <dgm:cxn modelId="{E3F546DD-B0C1-4258-8474-E75452179118}" type="presOf" srcId="{CCBE1C8F-1253-4A91-BF14-1E592FB15910}" destId="{D707A982-DA4D-4FE4-A657-31145B1E2997}" srcOrd="0" destOrd="0" presId="urn:microsoft.com/office/officeart/2018/2/layout/IconLabelList"/>
    <dgm:cxn modelId="{96FF27EC-7279-47C7-8765-175639C726AD}" srcId="{05E70CD1-E6E5-42B9-A64B-31FDE79344CE}" destId="{B4B8C314-F12D-4152-84CB-E10E6DA19F05}" srcOrd="1" destOrd="0" parTransId="{87588A84-DC57-406C-A108-CFCC4004FC6C}" sibTransId="{0CBD7366-E5EA-4B52-A3D3-14B2192789CD}"/>
    <dgm:cxn modelId="{6396F761-E731-4C7F-AE2A-818539723D9B}" type="presParOf" srcId="{8D1682A6-4714-441B-BC20-45AF0D777170}" destId="{D018DF1D-3166-4C49-9BD1-818FFEC758B9}" srcOrd="0" destOrd="0" presId="urn:microsoft.com/office/officeart/2018/2/layout/IconLabelList"/>
    <dgm:cxn modelId="{C8691D32-C41C-4096-8911-E9299410673F}" type="presParOf" srcId="{D018DF1D-3166-4C49-9BD1-818FFEC758B9}" destId="{9406E64E-34FB-4A08-A87A-D98A8AF37FAA}" srcOrd="0" destOrd="0" presId="urn:microsoft.com/office/officeart/2018/2/layout/IconLabelList"/>
    <dgm:cxn modelId="{EB14C311-C0A9-431B-84EC-E1B024F758FE}" type="presParOf" srcId="{D018DF1D-3166-4C49-9BD1-818FFEC758B9}" destId="{E3556981-8584-463C-9BA8-C6BAF24B75E6}" srcOrd="1" destOrd="0" presId="urn:microsoft.com/office/officeart/2018/2/layout/IconLabelList"/>
    <dgm:cxn modelId="{9FC029AA-1D13-403F-91EF-73553FF4EF84}" type="presParOf" srcId="{D018DF1D-3166-4C49-9BD1-818FFEC758B9}" destId="{B2A420F5-6352-4D03-909A-998EB329CD9D}" srcOrd="2" destOrd="0" presId="urn:microsoft.com/office/officeart/2018/2/layout/IconLabelList"/>
    <dgm:cxn modelId="{AB7918EF-D6F2-4A31-BE6C-8EAD2AD2E147}" type="presParOf" srcId="{8D1682A6-4714-441B-BC20-45AF0D777170}" destId="{84107393-0898-46A5-AE51-67037D678321}" srcOrd="1" destOrd="0" presId="urn:microsoft.com/office/officeart/2018/2/layout/IconLabelList"/>
    <dgm:cxn modelId="{C7D030D0-E595-4904-B0C2-D061458F509D}" type="presParOf" srcId="{8D1682A6-4714-441B-BC20-45AF0D777170}" destId="{C8A6F388-D740-4DA1-9503-2BFEFFB05BD6}" srcOrd="2" destOrd="0" presId="urn:microsoft.com/office/officeart/2018/2/layout/IconLabelList"/>
    <dgm:cxn modelId="{EBBBE681-5A0D-40CB-8534-0F93657ADA43}" type="presParOf" srcId="{C8A6F388-D740-4DA1-9503-2BFEFFB05BD6}" destId="{C73A4C9B-6D4E-4E4F-AAD7-632AA2DBF84E}" srcOrd="0" destOrd="0" presId="urn:microsoft.com/office/officeart/2018/2/layout/IconLabelList"/>
    <dgm:cxn modelId="{1D9ADB4A-5D12-49FE-A75A-8E6BB5154A60}" type="presParOf" srcId="{C8A6F388-D740-4DA1-9503-2BFEFFB05BD6}" destId="{73919CC2-7E3C-4AB9-9E1F-1C0267212FE4}" srcOrd="1" destOrd="0" presId="urn:microsoft.com/office/officeart/2018/2/layout/IconLabelList"/>
    <dgm:cxn modelId="{5AE1C228-DBFE-4D0D-B21F-7B2C36212A0D}" type="presParOf" srcId="{C8A6F388-D740-4DA1-9503-2BFEFFB05BD6}" destId="{586C61C7-2E3C-416D-87C4-101C46FFDB92}" srcOrd="2" destOrd="0" presId="urn:microsoft.com/office/officeart/2018/2/layout/IconLabelList"/>
    <dgm:cxn modelId="{5C9608DE-E8E1-49DD-B3D3-9650FD7F4C20}" type="presParOf" srcId="{8D1682A6-4714-441B-BC20-45AF0D777170}" destId="{9880EF00-AB6A-4FDA-996A-89080FBFC8E1}" srcOrd="3" destOrd="0" presId="urn:microsoft.com/office/officeart/2018/2/layout/IconLabelList"/>
    <dgm:cxn modelId="{B52AEB66-86B7-49B9-BA81-FD55151F4F18}" type="presParOf" srcId="{8D1682A6-4714-441B-BC20-45AF0D777170}" destId="{89DE17D4-1E0E-40D2-9832-034BD25B7A98}" srcOrd="4" destOrd="0" presId="urn:microsoft.com/office/officeart/2018/2/layout/IconLabelList"/>
    <dgm:cxn modelId="{D9487AA7-7E37-4191-88B8-7A22F1F2778F}" type="presParOf" srcId="{89DE17D4-1E0E-40D2-9832-034BD25B7A98}" destId="{45C95526-D118-43A5-8CC3-CA3B77ADFEB1}" srcOrd="0" destOrd="0" presId="urn:microsoft.com/office/officeart/2018/2/layout/IconLabelList"/>
    <dgm:cxn modelId="{6D813388-B703-4968-B375-7F2A1A1ED580}" type="presParOf" srcId="{89DE17D4-1E0E-40D2-9832-034BD25B7A98}" destId="{292736C8-A663-4AE5-95AE-1135A7766E54}" srcOrd="1" destOrd="0" presId="urn:microsoft.com/office/officeart/2018/2/layout/IconLabelList"/>
    <dgm:cxn modelId="{62B8A836-9D29-465E-8F96-3BC8ABAD16D9}" type="presParOf" srcId="{89DE17D4-1E0E-40D2-9832-034BD25B7A98}" destId="{1A77DA38-9F73-4B1A-BC22-FFCD5DCD6F62}" srcOrd="2" destOrd="0" presId="urn:microsoft.com/office/officeart/2018/2/layout/IconLabelList"/>
    <dgm:cxn modelId="{994B6F03-9FCA-48F4-A7B1-128C46125859}" type="presParOf" srcId="{8D1682A6-4714-441B-BC20-45AF0D777170}" destId="{05DFB78E-3EAB-4152-BDDE-6D466272D37C}" srcOrd="5" destOrd="0" presId="urn:microsoft.com/office/officeart/2018/2/layout/IconLabelList"/>
    <dgm:cxn modelId="{E115A779-00FC-4400-9AEC-5416C03D36EB}" type="presParOf" srcId="{8D1682A6-4714-441B-BC20-45AF0D777170}" destId="{2D43AC31-E03E-44B0-8255-60B6D4E3ABF8}" srcOrd="6" destOrd="0" presId="urn:microsoft.com/office/officeart/2018/2/layout/IconLabelList"/>
    <dgm:cxn modelId="{6B819FCE-275E-4CDA-98DC-3C9103E32708}" type="presParOf" srcId="{2D43AC31-E03E-44B0-8255-60B6D4E3ABF8}" destId="{36138E50-6454-49D2-B873-2AE068DB8A29}" srcOrd="0" destOrd="0" presId="urn:microsoft.com/office/officeart/2018/2/layout/IconLabelList"/>
    <dgm:cxn modelId="{2445DAE8-C8AC-46B0-BA91-DB7A1C9FE209}" type="presParOf" srcId="{2D43AC31-E03E-44B0-8255-60B6D4E3ABF8}" destId="{3C9C519C-2796-4621-AE18-956B2606E672}" srcOrd="1" destOrd="0" presId="urn:microsoft.com/office/officeart/2018/2/layout/IconLabelList"/>
    <dgm:cxn modelId="{9D29A23B-F629-4100-A62B-5CCACA51B672}" type="presParOf" srcId="{2D43AC31-E03E-44B0-8255-60B6D4E3ABF8}" destId="{D707A982-DA4D-4FE4-A657-31145B1E299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AED3CA-3AB2-4CAA-A1EE-AB42B9E5C82C}">
      <dsp:nvSpPr>
        <dsp:cNvPr id="0" name=""/>
        <dsp:cNvSpPr/>
      </dsp:nvSpPr>
      <dsp:spPr>
        <a:xfrm>
          <a:off x="3160067" y="2050682"/>
          <a:ext cx="69470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94702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89285" y="2092775"/>
        <a:ext cx="36265" cy="7253"/>
      </dsp:txXfrm>
    </dsp:sp>
    <dsp:sp modelId="{A82262F2-A321-4CBF-9B13-7D1A0DDCF1FE}">
      <dsp:nvSpPr>
        <dsp:cNvPr id="0" name=""/>
        <dsp:cNvSpPr/>
      </dsp:nvSpPr>
      <dsp:spPr>
        <a:xfrm>
          <a:off x="8377" y="1150355"/>
          <a:ext cx="3153489" cy="18920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Analyse the practical security risks as a result of web enabled LLM’s</a:t>
          </a:r>
          <a:endParaRPr lang="en-US" sz="1800" kern="1200"/>
        </a:p>
      </dsp:txBody>
      <dsp:txXfrm>
        <a:off x="8377" y="1150355"/>
        <a:ext cx="3153489" cy="1892093"/>
      </dsp:txXfrm>
    </dsp:sp>
    <dsp:sp modelId="{4A9FD192-F2F3-4089-84C5-744E87A63313}">
      <dsp:nvSpPr>
        <dsp:cNvPr id="0" name=""/>
        <dsp:cNvSpPr/>
      </dsp:nvSpPr>
      <dsp:spPr>
        <a:xfrm>
          <a:off x="7038859" y="2050682"/>
          <a:ext cx="69470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94702" y="45720"/>
              </a:lnTo>
            </a:path>
          </a:pathLst>
        </a:custGeom>
        <a:noFill/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368078" y="2092775"/>
        <a:ext cx="36265" cy="7253"/>
      </dsp:txXfrm>
    </dsp:sp>
    <dsp:sp modelId="{75B443DF-4A09-436D-90FB-9CADA7BE5916}">
      <dsp:nvSpPr>
        <dsp:cNvPr id="0" name=""/>
        <dsp:cNvSpPr/>
      </dsp:nvSpPr>
      <dsp:spPr>
        <a:xfrm>
          <a:off x="3887169" y="1150355"/>
          <a:ext cx="3153489" cy="1892093"/>
        </a:xfrm>
        <a:prstGeom prst="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Prove the security threats are possible and pose a real world threat to LLM’s</a:t>
          </a:r>
          <a:endParaRPr lang="en-US" sz="1800" kern="1200"/>
        </a:p>
      </dsp:txBody>
      <dsp:txXfrm>
        <a:off x="3887169" y="1150355"/>
        <a:ext cx="3153489" cy="1892093"/>
      </dsp:txXfrm>
    </dsp:sp>
    <dsp:sp modelId="{67DCEE86-F2FA-4B76-B8A2-3EBE28A21AE8}">
      <dsp:nvSpPr>
        <dsp:cNvPr id="0" name=""/>
        <dsp:cNvSpPr/>
      </dsp:nvSpPr>
      <dsp:spPr>
        <a:xfrm>
          <a:off x="7765961" y="1150355"/>
          <a:ext cx="3153489" cy="189209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Develop a tool to allow a penetration tester to quickly and easily assess the threat of indirect prompt injection of a web enabled LLM</a:t>
          </a:r>
          <a:endParaRPr lang="en-US" sz="1800" kern="1200"/>
        </a:p>
      </dsp:txBody>
      <dsp:txXfrm>
        <a:off x="7765961" y="1150355"/>
        <a:ext cx="3153489" cy="18920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2DEBB6-93B1-45F4-A3BB-2AAB3A2C8E58}">
      <dsp:nvSpPr>
        <dsp:cNvPr id="0" name=""/>
        <dsp:cNvSpPr/>
      </dsp:nvSpPr>
      <dsp:spPr>
        <a:xfrm>
          <a:off x="0" y="144140"/>
          <a:ext cx="6666833" cy="254825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Prompt injection is a technique whereby carefully selecting and wording a prompt can cause a LLM to behave unexpectedly, bypass built in security measures and output something it shouldn’t which an attacker may want.</a:t>
          </a:r>
          <a:endParaRPr lang="en-US" sz="2400" kern="1200"/>
        </a:p>
      </dsp:txBody>
      <dsp:txXfrm>
        <a:off x="124396" y="268536"/>
        <a:ext cx="6418041" cy="2299467"/>
      </dsp:txXfrm>
    </dsp:sp>
    <dsp:sp modelId="{9E18EEB9-ECF3-408B-8EA4-96E3B0446017}">
      <dsp:nvSpPr>
        <dsp:cNvPr id="0" name=""/>
        <dsp:cNvSpPr/>
      </dsp:nvSpPr>
      <dsp:spPr>
        <a:xfrm>
          <a:off x="0" y="2761520"/>
          <a:ext cx="6666833" cy="254825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</a:r>
          <a:endParaRPr lang="en-US" sz="2400" kern="1200"/>
        </a:p>
      </dsp:txBody>
      <dsp:txXfrm>
        <a:off x="124396" y="2885916"/>
        <a:ext cx="6418041" cy="229946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E1BB00-D0CF-47AC-8873-983A81477BD3}">
      <dsp:nvSpPr>
        <dsp:cNvPr id="0" name=""/>
        <dsp:cNvSpPr/>
      </dsp:nvSpPr>
      <dsp:spPr>
        <a:xfrm>
          <a:off x="0" y="12559"/>
          <a:ext cx="6666833" cy="26769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Indirect prompt injection builds upon prompt injection as another method to bypass security restrictions placed upon a LLM by hiding the prompt within a non-text piece of data such as an image, voice or website.</a:t>
          </a:r>
          <a:endParaRPr lang="en-US" sz="2600" kern="1200"/>
        </a:p>
      </dsp:txBody>
      <dsp:txXfrm>
        <a:off x="130678" y="143237"/>
        <a:ext cx="6405477" cy="2415604"/>
      </dsp:txXfrm>
    </dsp:sp>
    <dsp:sp modelId="{CCA806FF-9AE0-4D71-86D4-57580173E3AD}">
      <dsp:nvSpPr>
        <dsp:cNvPr id="0" name=""/>
        <dsp:cNvSpPr/>
      </dsp:nvSpPr>
      <dsp:spPr>
        <a:xfrm>
          <a:off x="0" y="2764400"/>
          <a:ext cx="6666833" cy="26769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</a:r>
          <a:endParaRPr lang="en-US" sz="2600" kern="1200"/>
        </a:p>
      </dsp:txBody>
      <dsp:txXfrm>
        <a:off x="130678" y="2895078"/>
        <a:ext cx="6405477" cy="24156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234B74-66D3-4DF4-840A-D22F3CEECFE7}">
      <dsp:nvSpPr>
        <dsp:cNvPr id="0" name=""/>
        <dsp:cNvSpPr/>
      </dsp:nvSpPr>
      <dsp:spPr>
        <a:xfrm>
          <a:off x="1302749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1AE8C0-5773-496A-A023-51C15C241754}">
      <dsp:nvSpPr>
        <dsp:cNvPr id="0" name=""/>
        <dsp:cNvSpPr/>
      </dsp:nvSpPr>
      <dsp:spPr>
        <a:xfrm>
          <a:off x="361218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With the ever developing space of AI and specifically LLM’s, there is a constant threat of attack chains originating through LLM’s.</a:t>
          </a:r>
          <a:endParaRPr lang="en-US" sz="1400" kern="1200" dirty="0"/>
        </a:p>
      </dsp:txBody>
      <dsp:txXfrm>
        <a:off x="361218" y="3098982"/>
        <a:ext cx="3423749" cy="1090019"/>
      </dsp:txXfrm>
    </dsp:sp>
    <dsp:sp modelId="{8F757CCE-3B1D-40DF-A575-BEE8DC326FD8}">
      <dsp:nvSpPr>
        <dsp:cNvPr id="0" name=""/>
        <dsp:cNvSpPr/>
      </dsp:nvSpPr>
      <dsp:spPr>
        <a:xfrm>
          <a:off x="5325655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3DA5A-AACF-48BC-9594-BE3DC0752A9B}">
      <dsp:nvSpPr>
        <dsp:cNvPr id="0" name=""/>
        <dsp:cNvSpPr/>
      </dsp:nvSpPr>
      <dsp:spPr>
        <a:xfrm>
          <a:off x="4384124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Resulting from the high speed development of these LLM’s there are constantly new features being developed, often with little security concern.</a:t>
          </a:r>
          <a:endParaRPr lang="en-US" sz="1400" kern="1200" dirty="0"/>
        </a:p>
      </dsp:txBody>
      <dsp:txXfrm>
        <a:off x="4384124" y="3098982"/>
        <a:ext cx="3423749" cy="1090019"/>
      </dsp:txXfrm>
    </dsp:sp>
    <dsp:sp modelId="{C0B9D871-BD5E-4EEB-A7EC-6544DBA63695}">
      <dsp:nvSpPr>
        <dsp:cNvPr id="0" name=""/>
        <dsp:cNvSpPr/>
      </dsp:nvSpPr>
      <dsp:spPr>
        <a:xfrm>
          <a:off x="9348561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03AAB-0CED-4A0F-ABEA-A5E24C32004D}">
      <dsp:nvSpPr>
        <dsp:cNvPr id="0" name=""/>
        <dsp:cNvSpPr/>
      </dsp:nvSpPr>
      <dsp:spPr>
        <a:xfrm>
          <a:off x="8407030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A staggeringly low amount of research (~10 papers) into web app indirect prompt injection, especially web based attacks results in low awareness and practical security in this area.</a:t>
          </a:r>
          <a:endParaRPr lang="en-US" sz="1400" kern="1200" dirty="0"/>
        </a:p>
      </dsp:txBody>
      <dsp:txXfrm>
        <a:off x="8407030" y="3098982"/>
        <a:ext cx="3423749" cy="109001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CE6D06-9F3D-4E3A-8CF4-2B3568A2803A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6BD79D-DCE0-40AA-B61E-C15B65140B61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Research into this topic yielded very limited academic work into this area with many of the more recent pieces of work being based off of </a:t>
          </a:r>
          <a:r>
            <a:rPr lang="en-GB" sz="1400" kern="1200" dirty="0" err="1"/>
            <a:t>Greshake</a:t>
          </a:r>
          <a:r>
            <a:rPr lang="en-GB" sz="1400" kern="1200" dirty="0"/>
            <a:t> et al[1]</a:t>
          </a:r>
          <a:endParaRPr lang="en-US" sz="1400" kern="1200" dirty="0"/>
        </a:p>
      </dsp:txBody>
      <dsp:txXfrm>
        <a:off x="765914" y="2943510"/>
        <a:ext cx="4320000" cy="720000"/>
      </dsp:txXfrm>
    </dsp:sp>
    <dsp:sp modelId="{DFA4A568-0574-4CA9-8A8F-C8C5458B0290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0AD0-14FB-425E-84DB-D03F80F3227C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The theory of these techniques was strongly established in </a:t>
          </a:r>
          <a:r>
            <a:rPr lang="en-GB" sz="1200" kern="1200" dirty="0" err="1"/>
            <a:t>Greshake</a:t>
          </a:r>
          <a:r>
            <a:rPr lang="en-GB" sz="1200" kern="1200" dirty="0"/>
            <a:t> et al[1] with some additionally being added in other papers along with some practical proof of concepts albeit quite limited</a:t>
          </a:r>
          <a:endParaRPr lang="en-US" sz="1200" kern="1200" dirty="0"/>
        </a:p>
      </dsp:txBody>
      <dsp:txXfrm>
        <a:off x="5841914" y="2943510"/>
        <a:ext cx="432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BD165C-C9C8-4788-AE2D-999E935D1E35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D91A2-D23C-4B3E-AD77-BE9B04CB439D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8A18AA-A4FC-45D9-B4A2-17AF29E47A0F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 cap="none">
              <a:solidFill>
                <a:schemeClr val="tx1"/>
              </a:solidFill>
            </a:rPr>
            <a:t>Indirect prompt injection can take many forms ranging from attacks targeting data used to write code to malicious prompts in order to gain personal data</a:t>
          </a:r>
          <a:endParaRPr lang="en-US" sz="1100" kern="1200" cap="none">
            <a:solidFill>
              <a:schemeClr val="tx1"/>
            </a:solidFill>
          </a:endParaRPr>
        </a:p>
      </dsp:txBody>
      <dsp:txXfrm>
        <a:off x="93445" y="3018902"/>
        <a:ext cx="3206250" cy="720000"/>
      </dsp:txXfrm>
    </dsp:sp>
    <dsp:sp modelId="{3F752F29-D33F-4B7A-A3A0-F9CFE63ED1FB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1778B6-D29C-4067-8D10-55CE139FC14D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91A8EE-4976-4F3E-8C70-00F505DA68B4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 cap="none">
              <a:solidFill>
                <a:schemeClr val="tx1"/>
              </a:solidFill>
            </a:rPr>
            <a:t>Through my project I will be exploring a number of these methods with a focus on web apps and develop methods to test LLM vulnerabilities of them</a:t>
          </a:r>
          <a:endParaRPr lang="en-US" sz="1100" kern="1200" cap="none">
            <a:solidFill>
              <a:schemeClr val="tx1"/>
            </a:solidFill>
          </a:endParaRPr>
        </a:p>
      </dsp:txBody>
      <dsp:txXfrm>
        <a:off x="3860789" y="3018902"/>
        <a:ext cx="3206250" cy="720000"/>
      </dsp:txXfrm>
    </dsp:sp>
    <dsp:sp modelId="{5F27640C-6DD8-4378-87F0-C91FF8FBBA5A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7720AB-BA23-4554-BE30-EE3F3C08E7C1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792F96-9D2D-4970-BE4F-36DF94CEA07B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 cap="none" dirty="0">
              <a:solidFill>
                <a:schemeClr val="tx1"/>
              </a:solidFill>
            </a:rPr>
            <a:t>This will lead onto my artifact aim of producing a web tool for developers which can allow for easy testing of LLM’s for security vulnerabilities</a:t>
          </a:r>
          <a:endParaRPr lang="en-US" sz="1100" kern="1200" cap="none" dirty="0">
            <a:solidFill>
              <a:schemeClr val="tx1"/>
            </a:solidFill>
          </a:endParaRPr>
        </a:p>
      </dsp:txBody>
      <dsp:txXfrm>
        <a:off x="7628133" y="3018902"/>
        <a:ext cx="320625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06E64E-34FB-4A08-A87A-D98A8AF37FAA}">
      <dsp:nvSpPr>
        <dsp:cNvPr id="0" name=""/>
        <dsp:cNvSpPr/>
      </dsp:nvSpPr>
      <dsp:spPr>
        <a:xfrm>
          <a:off x="752566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A420F5-6352-4D03-909A-998EB329CD9D}">
      <dsp:nvSpPr>
        <dsp:cNvPr id="0" name=""/>
        <dsp:cNvSpPr/>
      </dsp:nvSpPr>
      <dsp:spPr>
        <a:xfrm>
          <a:off x="10068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The end goal of my artifact is to ultimately give developers an easy way to testing their LLM’s for up and coming security vulnerabilities</a:t>
          </a:r>
          <a:endParaRPr lang="en-US" sz="1200" kern="1200"/>
        </a:p>
      </dsp:txBody>
      <dsp:txXfrm>
        <a:off x="100682" y="2427484"/>
        <a:ext cx="2370489" cy="720000"/>
      </dsp:txXfrm>
    </dsp:sp>
    <dsp:sp modelId="{C73A4C9B-6D4E-4E4F-AAD7-632AA2DBF84E}">
      <dsp:nvSpPr>
        <dsp:cNvPr id="0" name=""/>
        <dsp:cNvSpPr/>
      </dsp:nvSpPr>
      <dsp:spPr>
        <a:xfrm>
          <a:off x="3537891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6C61C7-2E3C-416D-87C4-101C46FFDB92}">
      <dsp:nvSpPr>
        <dsp:cNvPr id="0" name=""/>
        <dsp:cNvSpPr/>
      </dsp:nvSpPr>
      <dsp:spPr>
        <a:xfrm>
          <a:off x="288600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As part of this I aim to maximise the number of vulnerabilities we look at, at least 5</a:t>
          </a:r>
          <a:endParaRPr lang="en-US" sz="1200" kern="1200"/>
        </a:p>
      </dsp:txBody>
      <dsp:txXfrm>
        <a:off x="2886007" y="2427484"/>
        <a:ext cx="2370489" cy="720000"/>
      </dsp:txXfrm>
    </dsp:sp>
    <dsp:sp modelId="{45C95526-D118-43A5-8CC3-CA3B77ADFEB1}">
      <dsp:nvSpPr>
        <dsp:cNvPr id="0" name=""/>
        <dsp:cNvSpPr/>
      </dsp:nvSpPr>
      <dsp:spPr>
        <a:xfrm>
          <a:off x="6323216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77DA38-9F73-4B1A-BC22-FFCD5DCD6F62}">
      <dsp:nvSpPr>
        <dsp:cNvPr id="0" name=""/>
        <dsp:cNvSpPr/>
      </dsp:nvSpPr>
      <dsp:spPr>
        <a:xfrm>
          <a:off x="567133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It should have vulnerabilities isolated to be developer friendly</a:t>
          </a:r>
          <a:endParaRPr lang="en-US" sz="1200" kern="1200"/>
        </a:p>
      </dsp:txBody>
      <dsp:txXfrm>
        <a:off x="5671332" y="2427484"/>
        <a:ext cx="2370489" cy="720000"/>
      </dsp:txXfrm>
    </dsp:sp>
    <dsp:sp modelId="{36138E50-6454-49D2-B873-2AE068DB8A29}">
      <dsp:nvSpPr>
        <dsp:cNvPr id="0" name=""/>
        <dsp:cNvSpPr/>
      </dsp:nvSpPr>
      <dsp:spPr>
        <a:xfrm>
          <a:off x="9108541" y="1045320"/>
          <a:ext cx="1066720" cy="10667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07A982-DA4D-4FE4-A657-31145B1E2997}">
      <dsp:nvSpPr>
        <dsp:cNvPr id="0" name=""/>
        <dsp:cNvSpPr/>
      </dsp:nvSpPr>
      <dsp:spPr>
        <a:xfrm>
          <a:off x="845665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There should be appropriate instructions</a:t>
          </a:r>
          <a:endParaRPr lang="en-US" sz="1200" kern="1200"/>
        </a:p>
      </dsp:txBody>
      <dsp:txXfrm>
        <a:off x="8456657" y="2427484"/>
        <a:ext cx="23704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2056A7-0DE2-42B3-9F2F-FD46DCCA1F32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6F117-21E8-4489-846A-9C2CF9259B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95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6F117-21E8-4489-846A-9C2CF9259BE5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3579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4CF4C-66DA-B122-1F78-26673C37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63F282-3DE4-3A6B-7D1B-DF8702BFB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931F4-723A-06CC-AA3C-F1CED9F15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06AC2D-679D-2548-1245-F01629AFD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EB1F8-E13E-EE9C-9ED3-513165D0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9008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23AAB-A266-9D2A-5646-4E92BED3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2F671-26FF-7D10-244B-264BF683C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F8FFA-C2E1-23BA-43BE-21C4F9FC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76DC-ABB5-290C-65D9-6A10E9C31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33E65-846E-A15F-9901-D5E12EF7C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53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58FA4-6FC9-CDC3-1A3C-649512713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96F9F-6C0F-CDBD-8712-E4AC71A38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8DD31-93B4-237B-CB42-E2638D969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946B1-72D1-5587-C32B-CB68FC52F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D9B68-50CC-0768-3DCD-F24A46AC5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52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C692B-F373-1D38-7829-E6B813FE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BC515-B464-6800-2F5F-45A43FABC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D11E9C-60A9-9E9F-5F57-E8DE53C52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3136D-535A-6110-8FE4-5A2783204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40A96-3652-9DE5-D535-D859A8D98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7B758B-5FA2-7736-5253-F82184C2B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001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57E8C-50A0-A58D-53CF-2A0303E3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F136A-D03E-15F5-1490-A938213E6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28816-74B7-F1A6-74E0-B73AD0D17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33965-E390-CAD0-F91A-31432709A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BEC906-2B83-508E-AB9F-7D32E4FDF1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8CE9C-933D-FB35-B144-D4EDF62D3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D77EE-3322-836C-E83F-3E76CFF8E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72C67B-912D-6AEC-32CF-86A305FD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38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EE3B-A050-4B60-AC7B-DB544F5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3953A-DDCA-43A1-CB19-4DA2B404C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90F6D1-7F8F-F356-07B2-655CBF2D2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7BC3AC-1EBA-B9A4-C7D4-364146DB4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4118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CDC98-EAAE-8376-6269-6714714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4F0E-2883-B196-8D0C-AD2E4DB5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50BDA-7E17-FCE3-C216-31DAD1F39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55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3F974-EC27-4C2E-747F-31BD7D19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FEF24-69BC-53C9-0D17-043ED1D30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60F26-A5DE-9B82-928F-C1EBFF0C5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1736F-95DD-13B5-18F8-96011D741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0C1B21-7456-664D-0EFE-FD6650F40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930DB-071C-55B9-10B9-35D18391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788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8AC4-D590-B7E3-E3A7-18668A8E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FEF58-0AFC-1ABE-0D25-70BDFCF62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63B2B-9443-FC0F-2A1F-B3C3C52706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2D36D-5947-5C28-FAAE-21C2718D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77DE4-3F0A-9374-8CC3-F5127E9A4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B4FF2-7B24-1DE4-3EA9-DC1F10C6C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25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C501-3935-47DC-93BB-59F655609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EF87B-C94E-563E-5EC1-618AF8630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469A7-21A3-DB1A-3D57-061C5F801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1FD8A-1CA0-5A9C-4087-24CB111F8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9B22-0895-BC62-A275-A012C784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11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D0C52E-6AB7-0AF5-3EB9-C2B15F2BAD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C344B8-75B8-7D9A-AC49-BB8E15CDA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2387E-B80B-7391-0035-3918DF83C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6790A-D2BD-64A0-8E08-2C51C92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24ADE-5F3C-B4D5-47D4-BE048369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960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F14660-6D08-FB2B-1841-F6E6E205C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14C53-3223-04CF-2FD1-82A9E814D9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A0F62-EB5D-C48C-3E11-DFDBA3970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EFFBEB-722F-4692-B85C-F4E7F9767597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85D18-D1AB-33A8-D244-13638B02C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AA2BE-9737-C222-3CAD-C2E9C68A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813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510.09093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F97F14-9189-350A-B1A9-C2B49DA5E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 of progress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BC928-0D05-9E4A-C164-0ED134F85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By Finley Hitchings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Computer science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Year 3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University of Bath</a:t>
            </a:r>
          </a:p>
        </p:txBody>
      </p:sp>
    </p:spTree>
    <p:extLst>
      <p:ext uri="{BB962C8B-B14F-4D97-AF65-F5344CB8AC3E}">
        <p14:creationId xmlns:p14="http://schemas.microsoft.com/office/powerpoint/2010/main" val="268483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EB730-59DF-8695-499A-E7576E8FA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The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41C726-2E6E-925B-566F-92B1D8F964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282641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063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15D214-0587-FC37-654D-585959ADB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is indirect prompt injection</a:t>
            </a:r>
          </a:p>
        </p:txBody>
      </p:sp>
    </p:spTree>
    <p:extLst>
      <p:ext uri="{BB962C8B-B14F-4D97-AF65-F5344CB8AC3E}">
        <p14:creationId xmlns:p14="http://schemas.microsoft.com/office/powerpoint/2010/main" val="147249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64351-886C-BDBB-1BA5-76796C7F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5B2AFD-AAA1-4992-FE7D-64BAF929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Firstly, what is prompt injection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31CA0F-17D6-8F47-60E3-7D529131EC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2220827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87084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8FA60A-FD4E-D760-CCEA-69864F26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8CB03C-C2B1-DCC4-8B95-7748929A0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What is indirect prompt injection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D4826A-8184-255D-3BF0-FAD6F772A5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63421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9107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F251D-384D-5822-E6DC-29F820824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1201E1-28E1-A122-20E7-F0E59617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Why is this research necessary</a:t>
            </a:r>
          </a:p>
        </p:txBody>
      </p:sp>
    </p:spTree>
    <p:extLst>
      <p:ext uri="{BB962C8B-B14F-4D97-AF65-F5344CB8AC3E}">
        <p14:creationId xmlns:p14="http://schemas.microsoft.com/office/powerpoint/2010/main" val="117704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931318-D48B-52C4-1C19-5FD9C1E2F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Why is this research necessary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8D42C8-06F9-08F1-C796-146C79DF8E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1902232"/>
              </p:ext>
            </p:extLst>
          </p:nvPr>
        </p:nvGraphicFramePr>
        <p:xfrm>
          <a:off x="-2" y="1575459"/>
          <a:ext cx="12191998" cy="52825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130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73B3C1-D494-EC79-0634-0BBB59FBA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Background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33C1E42-FDF9-087D-E369-A20FBCA322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94420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9507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624035-F8C5-8A3B-03ED-C0254962F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C7D2CE-205E-67E3-6661-AC04249C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8885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DD343-FE60-33D1-E07C-D91CD2BA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92C19A-AD23-CAD6-E8F1-881E8593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Methodology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C3E9A4-3CF8-500A-1D9D-6FB4EC1009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630896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40245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CBF55D-171A-1631-B835-4E4A52866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End goal and requirements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7371C22A-A6E3-FCE3-598A-20D533D5EE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551264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3795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0D1C5B3-B60D-4696-AE60-100D5EC8A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3EDDF53-0851-48D4-A466-6FE0DCE91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2" cy="1576446"/>
            <a:chOff x="0" y="0"/>
            <a:chExt cx="12192002" cy="157644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74D04C-85E8-4A3E-90D7-86A10AE0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097020A-86B6-43BD-A2AA-66AE72CA31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C6C743-32FE-4E24-AA22-45D3B1C7C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E08E3B-D0F6-9F77-3B07-19FCC8172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7695"/>
            <a:ext cx="9724030" cy="834251"/>
          </a:xfrm>
        </p:spPr>
        <p:txBody>
          <a:bodyPr anchor="ctr">
            <a:normAutofit/>
          </a:bodyPr>
          <a:lstStyle/>
          <a:p>
            <a:r>
              <a:rPr lang="en-GB" sz="2500">
                <a:solidFill>
                  <a:srgbClr val="FFFFFF"/>
                </a:solidFill>
              </a:rPr>
              <a:t>Web app focus</a:t>
            </a:r>
            <a:br>
              <a:rPr lang="en-GB" sz="2500">
                <a:solidFill>
                  <a:srgbClr val="FFFFFF"/>
                </a:solidFill>
              </a:rPr>
            </a:br>
            <a:endParaRPr lang="en-GB" sz="250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19EC2A-F00A-EB44-6453-28AEF4903F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62" r="2173"/>
          <a:stretch>
            <a:fillRect/>
          </a:stretch>
        </p:blipFill>
        <p:spPr>
          <a:xfrm>
            <a:off x="1221546" y="2200459"/>
            <a:ext cx="3057155" cy="24679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B5C90A-15F3-EFD9-678C-602178D56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205" y="2189566"/>
            <a:ext cx="3153589" cy="24788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CCCFBD-9E7A-438D-B685-C4C0CB8DB9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95" r="7320"/>
          <a:stretch>
            <a:fillRect/>
          </a:stretch>
        </p:blipFill>
        <p:spPr>
          <a:xfrm>
            <a:off x="7913294" y="2200459"/>
            <a:ext cx="3288105" cy="248694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986E4-5F6F-FEEE-293E-366E8387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5032417"/>
            <a:ext cx="9448800" cy="1442631"/>
          </a:xfrm>
        </p:spPr>
        <p:txBody>
          <a:bodyPr>
            <a:normAutofit/>
          </a:bodyPr>
          <a:lstStyle/>
          <a:p>
            <a:r>
              <a:rPr lang="en-GB" sz="2000" dirty="0"/>
              <a:t>The focus of my research will be surrounding web apps.</a:t>
            </a:r>
          </a:p>
          <a:p>
            <a:r>
              <a:rPr lang="en-GB" sz="2000" dirty="0"/>
              <a:t>Exploitation methods through web apps were largely shown in </a:t>
            </a:r>
            <a:r>
              <a:rPr lang="en-GB" sz="2000" dirty="0" err="1"/>
              <a:t>Greshake</a:t>
            </a:r>
            <a:r>
              <a:rPr lang="en-GB" sz="2000" dirty="0"/>
              <a:t> et al[1]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29462D-3BFA-A13A-41B5-8E8C07515FD7}"/>
              </a:ext>
            </a:extLst>
          </p:cNvPr>
          <p:cNvSpPr txBox="1"/>
          <p:nvPr/>
        </p:nvSpPr>
        <p:spPr>
          <a:xfrm>
            <a:off x="9784080" y="6336792"/>
            <a:ext cx="22128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Diagrams taken from </a:t>
            </a:r>
            <a:r>
              <a:rPr lang="en-GB" sz="1000" dirty="0" err="1"/>
              <a:t>greshake</a:t>
            </a:r>
            <a:r>
              <a:rPr lang="en-GB" sz="1000" dirty="0"/>
              <a:t> et al [1]</a:t>
            </a:r>
          </a:p>
        </p:txBody>
      </p:sp>
    </p:spTree>
    <p:extLst>
      <p:ext uri="{BB962C8B-B14F-4D97-AF65-F5344CB8AC3E}">
        <p14:creationId xmlns:p14="http://schemas.microsoft.com/office/powerpoint/2010/main" val="2770942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8B3EB9-8AE8-E436-0A72-7B05E7BB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D6D3FB-B767-3A7B-0157-EFD6BD8C1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Current progress</a:t>
            </a:r>
          </a:p>
        </p:txBody>
      </p:sp>
    </p:spTree>
    <p:extLst>
      <p:ext uri="{BB962C8B-B14F-4D97-AF65-F5344CB8AC3E}">
        <p14:creationId xmlns:p14="http://schemas.microsoft.com/office/powerpoint/2010/main" val="409545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85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9030" cy="1576446"/>
            <a:chOff x="0" y="0"/>
            <a:chExt cx="12192002" cy="157644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2B6C609-F5E3-CD30-509F-600C85251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319314"/>
            <a:ext cx="9477377" cy="1030515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Current progress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01E255-D57C-3DE8-B833-42015FC53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978" y="1575461"/>
            <a:ext cx="3493758" cy="34500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0687B5-6F20-834D-1A1D-C64AF707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462" y="3048729"/>
            <a:ext cx="4600354" cy="7605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8F170-AD61-132D-2436-F83052D7B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8" y="5070346"/>
            <a:ext cx="9496427" cy="1385266"/>
          </a:xfrm>
        </p:spPr>
        <p:txBody>
          <a:bodyPr>
            <a:normAutofit/>
          </a:bodyPr>
          <a:lstStyle/>
          <a:p>
            <a:r>
              <a:rPr lang="en-GB" sz="2000" dirty="0"/>
              <a:t>Currently my aim is to make a basic proof of concept of the idea.</a:t>
            </a:r>
          </a:p>
          <a:p>
            <a:r>
              <a:rPr lang="en-GB" sz="2000" dirty="0"/>
              <a:t>So far, I have deployed a basic static website and instructed the LLM to take its title as the prompt</a:t>
            </a:r>
          </a:p>
        </p:txBody>
      </p:sp>
    </p:spTree>
    <p:extLst>
      <p:ext uri="{BB962C8B-B14F-4D97-AF65-F5344CB8AC3E}">
        <p14:creationId xmlns:p14="http://schemas.microsoft.com/office/powerpoint/2010/main" val="2044363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D8152C-1E77-3791-D3C0-36227043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5483334-8CCC-C859-8E4A-EAFB020E7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85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6475BEA-6F3F-B90C-D57F-7B8A81759D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9030" cy="1576446"/>
            <a:chOff x="0" y="0"/>
            <a:chExt cx="12192002" cy="157644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0E0B933-29DB-B530-82FF-4742118DF6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33F9BAF-770F-F6CF-F5D9-5D1AF21500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B7A6F11-0691-CB54-B9A0-4DC6717D1D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A94B1C6-9F17-30E6-7D57-3906A502A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319314"/>
            <a:ext cx="9477377" cy="1030515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Current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9915D-3BB3-9C3D-E81E-0B84D1075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8" y="5070346"/>
            <a:ext cx="9496427" cy="1385266"/>
          </a:xfrm>
        </p:spPr>
        <p:txBody>
          <a:bodyPr>
            <a:normAutofit/>
          </a:bodyPr>
          <a:lstStyle/>
          <a:p>
            <a:r>
              <a:rPr lang="en-GB" sz="2000" dirty="0"/>
              <a:t>This more dynamic website allows for tracking if the user is a user to LLM based upon its User-Agent</a:t>
            </a:r>
          </a:p>
          <a:p>
            <a:r>
              <a:rPr lang="en-GB" sz="2000" dirty="0"/>
              <a:t>It also tracks the URL allowing for data exfiltration per Rall et al [2]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6829A8-EA14-D61F-70CC-F322582D5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62" y="2956658"/>
            <a:ext cx="5829738" cy="706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E70B97-C260-6708-32EC-74DAEDF41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488" y="3126735"/>
            <a:ext cx="4743443" cy="27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6499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88A0F-8132-7AFB-38BC-6135762D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F7F98D-1680-9126-9468-830E3F811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Reflections</a:t>
            </a:r>
          </a:p>
        </p:txBody>
      </p:sp>
    </p:spTree>
    <p:extLst>
      <p:ext uri="{BB962C8B-B14F-4D97-AF65-F5344CB8AC3E}">
        <p14:creationId xmlns:p14="http://schemas.microsoft.com/office/powerpoint/2010/main" val="126926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FFFFAE-A319-CEAA-2F68-B476B0F40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Concluding reflections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09802-D1A0-8BAB-07C7-BFD095F3D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GB" sz="2000" dirty="0"/>
              <a:t>A more in depth review of possible models would’ve assisted in understanding vulnerabilities and security architecture better</a:t>
            </a:r>
          </a:p>
          <a:p>
            <a:r>
              <a:rPr lang="en-GB" sz="2000" dirty="0"/>
              <a:t>Potentially taking more time to choose the tech stack and how the deployment was going to work would’ve been useful 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684083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57A027-35E6-60E0-B6F4-488536058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13E4E-51CC-1C06-A252-C18C5D4D5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GB" sz="2000" dirty="0"/>
              <a:t>Going forward with this project, I will be looking into more advanced attacks and methods of replicating them such as:</a:t>
            </a:r>
          </a:p>
          <a:p>
            <a:r>
              <a:rPr lang="en-GB" sz="2000" dirty="0"/>
              <a:t>Embedding images and sounds in a web app that could themselves constitute indirect prompt injection per Bagdasaryan et al [3]</a:t>
            </a:r>
          </a:p>
          <a:p>
            <a:r>
              <a:rPr lang="en-GB" sz="2000" dirty="0"/>
              <a:t>Further development of injected prompts to minimise discovery by security systems and enable persistence of attacks without users being aware</a:t>
            </a:r>
          </a:p>
          <a:p>
            <a:r>
              <a:rPr lang="en-GB" sz="2000" dirty="0"/>
              <a:t>I also aim to make the tool more developer friendly by:</a:t>
            </a:r>
          </a:p>
          <a:p>
            <a:r>
              <a:rPr lang="en-GB" sz="2000" dirty="0"/>
              <a:t>Separating each attack onto a separate page to make it easier for developers to use</a:t>
            </a:r>
          </a:p>
          <a:p>
            <a:r>
              <a:rPr lang="en-GB" sz="2000" dirty="0"/>
              <a:t>Documentation outlining use of the web app for developers</a:t>
            </a:r>
          </a:p>
          <a:p>
            <a:endParaRPr lang="en-GB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1252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8E5DA4-0956-62B3-1522-842C06D71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5AEF6-EB74-E5E6-4C8E-3B7A1B7B8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494" y="1722536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GB" sz="1800" dirty="0"/>
              <a:t>[1] </a:t>
            </a:r>
            <a:r>
              <a:rPr lang="en-US" altLang="en-US" sz="1800" dirty="0">
                <a:latin typeface="Arial" panose="020B0604020202020204" pitchFamily="34" charset="0"/>
              </a:rPr>
              <a:t>Sahar Abdelnabi, Kai </a:t>
            </a:r>
            <a:r>
              <a:rPr lang="en-US" altLang="en-US" sz="1800" dirty="0" err="1">
                <a:latin typeface="Arial" panose="020B0604020202020204" pitchFamily="34" charset="0"/>
              </a:rPr>
              <a:t>Greshake</a:t>
            </a:r>
            <a:r>
              <a:rPr lang="en-US" altLang="en-US" sz="1800" dirty="0">
                <a:latin typeface="Arial" panose="020B0604020202020204" pitchFamily="34" charset="0"/>
              </a:rPr>
              <a:t>, Shailesh Mishra, Christoph Endres, Thorsten Holz, and Mario Fritz. 2023. Not What You’ve Signed Up For: Compromising Real-World LLM-Integrated Applications with Indirect Prompt Injection. (November 2023). </a:t>
            </a:r>
            <a:r>
              <a:rPr lang="en-US" altLang="en-US" sz="1800" dirty="0" err="1">
                <a:latin typeface="Arial" panose="020B0604020202020204" pitchFamily="34" charset="0"/>
              </a:rPr>
              <a:t>DOI:https</a:t>
            </a:r>
            <a:r>
              <a:rPr lang="en-US" altLang="en-US" sz="1800" dirty="0">
                <a:latin typeface="Arial" panose="020B0604020202020204" pitchFamily="34" charset="0"/>
              </a:rPr>
              <a:t>://doi.org/10.1145/3605764.3623985</a:t>
            </a:r>
          </a:p>
          <a:p>
            <a:r>
              <a:rPr lang="en-US" altLang="en-US" sz="1800" dirty="0">
                <a:latin typeface="Arial" panose="020B0604020202020204" pitchFamily="34" charset="0"/>
              </a:rPr>
              <a:t>[2] Dennis Rall, Bernhard Bauer, Mohit Mittal, and Thomas </a:t>
            </a:r>
            <a:r>
              <a:rPr lang="en-US" altLang="en-US" sz="1800" dirty="0" err="1">
                <a:latin typeface="Arial" panose="020B0604020202020204" pitchFamily="34" charset="0"/>
              </a:rPr>
              <a:t>Fraunholz</a:t>
            </a:r>
            <a:r>
              <a:rPr lang="en-US" altLang="en-US" sz="1800" dirty="0">
                <a:latin typeface="Arial" panose="020B0604020202020204" pitchFamily="34" charset="0"/>
              </a:rPr>
              <a:t>. 2025. Exploiting Web Search Tools of AI Agents for Data Exfiltration. arXiv.org. Retrieved December 3, 2025 from </a:t>
            </a:r>
            <a:r>
              <a:rPr lang="en-US" altLang="en-US" sz="1800" dirty="0">
                <a:latin typeface="Arial" panose="020B0604020202020204" pitchFamily="34" charset="0"/>
                <a:hlinkClick r:id="rId2"/>
              </a:rPr>
              <a:t>https://arxiv.org/abs/2510.09093</a:t>
            </a:r>
            <a:endParaRPr lang="en-US" altLang="en-US" sz="1800" dirty="0">
              <a:latin typeface="Arial" panose="020B0604020202020204" pitchFamily="34" charset="0"/>
            </a:endParaRPr>
          </a:p>
          <a:p>
            <a:r>
              <a:rPr lang="en-US" altLang="en-US" sz="1800" dirty="0">
                <a:latin typeface="Arial" panose="020B0604020202020204" pitchFamily="34" charset="0"/>
              </a:rPr>
              <a:t>[3] Eugene Bagdasaryan, Tsung-Yin Hsieh, Ben Nassi, and Vitaly Shmatikov. Abusing Images and Sounds for Indirect Instruction Injection in Multi-Modal LLMs. Retrieved from https://arxiv.org/pdf/2307.10490</a:t>
            </a: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076894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942</Words>
  <Application>Microsoft Office PowerPoint</Application>
  <PresentationFormat>Widescreen</PresentationFormat>
  <Paragraphs>64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Demonstration of progress</vt:lpstr>
      <vt:lpstr>The project</vt:lpstr>
      <vt:lpstr>What is indirect prompt injection</vt:lpstr>
      <vt:lpstr>Firstly, what is prompt injection</vt:lpstr>
      <vt:lpstr>What is indirect prompt injection</vt:lpstr>
      <vt:lpstr>Why is this research necessary</vt:lpstr>
      <vt:lpstr>Why is this research necessary</vt:lpstr>
      <vt:lpstr>Background work</vt:lpstr>
      <vt:lpstr>Methodology</vt:lpstr>
      <vt:lpstr>Methodology</vt:lpstr>
      <vt:lpstr>End goal and requirements</vt:lpstr>
      <vt:lpstr>Web app focus </vt:lpstr>
      <vt:lpstr>Current progress</vt:lpstr>
      <vt:lpstr>Current progress</vt:lpstr>
      <vt:lpstr>Current progress</vt:lpstr>
      <vt:lpstr>Reflections</vt:lpstr>
      <vt:lpstr>Concluding reflections</vt:lpstr>
      <vt:lpstr>Future work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Finley Hitchings</dc:creator>
  <cp:lastModifiedBy>Finley Hitchings</cp:lastModifiedBy>
  <cp:revision>11</cp:revision>
  <dcterms:created xsi:type="dcterms:W3CDTF">2026-02-06T16:02:38Z</dcterms:created>
  <dcterms:modified xsi:type="dcterms:W3CDTF">2026-02-16T16:21:35Z</dcterms:modified>
</cp:coreProperties>
</file>